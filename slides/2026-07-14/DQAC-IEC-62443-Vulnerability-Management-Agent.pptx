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0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911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76895"/>
            <a:ext cx="9144000" cy="1428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4313"/>
            <a:ext cx="828675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IEC-62443</a:t>
            </a:r>
            <a:r>
              <a:rPr lang="en-US" altLang="zh-TW" sz="210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-4-2</a:t>
            </a:r>
            <a:r>
              <a:rPr lang="en-US" sz="210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 Vulnerability Management Agent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650081"/>
            <a:ext cx="8286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ANALYSIS, TRACKING &amp; REPORTING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54596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7225" y="1019770"/>
            <a:ext cx="151447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91B1B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現有痛點 Pain Points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054596"/>
            <a:ext cx="15716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43475" y="1019770"/>
            <a:ext cx="176450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商業價值 Business Value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28625" y="1504569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🔍 資訊碎片化 Fragmented Info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28625" y="1674233"/>
            <a:ext cx="400050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漏洞來源分散於異質系統，難以建立統一管理視野。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4714875" y="1504569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提升安全性可見度 Visibility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4714875" y="1674233"/>
            <a:ext cx="1917192" cy="994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整合</a:t>
            </a:r>
            <a:r>
              <a:rPr lang="zh-TW" alt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異質資料</a:t>
            </a: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源，</a:t>
            </a:r>
            <a:r>
              <a:rPr lang="zh-TW" alt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轉為</a:t>
            </a:r>
            <a:r>
              <a:rPr lang="en-US" sz="6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單一事實來源掌握全盤風險</a:t>
            </a: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28625" y="2103751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📄 手動追蹤 Manual Tracking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428625" y="2273415"/>
            <a:ext cx="2128788" cy="994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依賴人工</a:t>
            </a:r>
            <a:r>
              <a:rPr lang="zh-TW" alt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填</a:t>
            </a: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Excel 記錄與報告彙整，耗時且極易產生疏漏。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4714875" y="2103751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大幅降低人力成本 Efficiency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4714875" y="2273415"/>
            <a:ext cx="2181687" cy="994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自動化取代</a:t>
            </a: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zh-TW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 以上手動作業，讓專家專注於高價值決策。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428625" y="2702933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🔄 缺乏持續監控 Continuous Gap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28625" y="2872597"/>
            <a:ext cx="400050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掃描僅限特定時間點，難以應對快速變動的零日威脅。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4714875" y="2702933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持續性管理 Continuous Mgmt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714875" y="2872597"/>
            <a:ext cx="400050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實現 24/7 不間斷監測，確保資安防護始終處於最新狀態。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428625" y="3302115"/>
            <a:ext cx="4000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📈 歷史可見度 Historical Visibility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28625" y="3471779"/>
            <a:ext cx="400050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缺乏修復進度趨勢分析，難以量化改善成效與合規進度。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4714875" y="3305687"/>
            <a:ext cx="400050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</a:t>
            </a:r>
            <a:r>
              <a:rPr lang="en-US" sz="750" b="1" dirty="0" err="1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支援</a:t>
            </a: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IEC-62443</a:t>
            </a:r>
            <a:r>
              <a:rPr lang="en-US" altLang="zh-TW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-4-2</a:t>
            </a:r>
            <a:r>
              <a:rPr lang="en-US" sz="7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合規 Compliance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714875" y="3475351"/>
            <a:ext cx="400050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提供完整審計追蹤與燃盡圖，完美對接國際工控合規標準。</a:t>
            </a:r>
            <a:endParaRPr lang="en-US" sz="650" dirty="0"/>
          </a:p>
        </p:txBody>
      </p:sp>
      <p:sp>
        <p:nvSpPr>
          <p:cNvPr id="27" name="Shape 22"/>
          <p:cNvSpPr/>
          <p:nvPr/>
        </p:nvSpPr>
        <p:spPr>
          <a:xfrm>
            <a:off x="4572000" y="1019770"/>
            <a:ext cx="7144" cy="26806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3"/>
          <p:cNvSpPr/>
          <p:nvPr/>
        </p:nvSpPr>
        <p:spPr>
          <a:xfrm>
            <a:off x="428625" y="4000500"/>
            <a:ext cx="82867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AI Agent 工作流程 (Workflow)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57250" y="4295180"/>
            <a:ext cx="285750" cy="28575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4380905"/>
            <a:ext cx="114300" cy="1143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0613" y="4638080"/>
            <a:ext cx="75902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Discovery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803672" y="4750594"/>
            <a:ext cx="392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映像檔發現</a:t>
            </a:r>
            <a:endParaRPr lang="en-US" sz="550" dirty="0"/>
          </a:p>
        </p:txBody>
      </p:sp>
      <p:sp>
        <p:nvSpPr>
          <p:cNvPr id="33" name="Shape 27"/>
          <p:cNvSpPr/>
          <p:nvPr/>
        </p:nvSpPr>
        <p:spPr>
          <a:xfrm>
            <a:off x="2643188" y="4295180"/>
            <a:ext cx="285750" cy="28575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8913" y="4380905"/>
            <a:ext cx="114300" cy="1143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325291" y="4638080"/>
            <a:ext cx="92154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Version Comparison</a:t>
            </a:r>
            <a:endParaRPr lang="en-US" sz="650" dirty="0"/>
          </a:p>
        </p:txBody>
      </p:sp>
      <p:sp>
        <p:nvSpPr>
          <p:cNvPr id="36" name="Text 29"/>
          <p:cNvSpPr/>
          <p:nvPr/>
        </p:nvSpPr>
        <p:spPr>
          <a:xfrm>
            <a:off x="2628900" y="4750594"/>
            <a:ext cx="3143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版本比對</a:t>
            </a:r>
            <a:endParaRPr lang="en-US" sz="550" dirty="0"/>
          </a:p>
        </p:txBody>
      </p:sp>
      <p:sp>
        <p:nvSpPr>
          <p:cNvPr id="37" name="Shape 30"/>
          <p:cNvSpPr/>
          <p:nvPr/>
        </p:nvSpPr>
        <p:spPr>
          <a:xfrm>
            <a:off x="4429125" y="4295180"/>
            <a:ext cx="285750" cy="285750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4850" y="4380905"/>
            <a:ext cx="114300" cy="1143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157663" y="4638080"/>
            <a:ext cx="8286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Vulnerability Scan</a:t>
            </a:r>
            <a:endParaRPr lang="en-US" sz="650" dirty="0"/>
          </a:p>
        </p:txBody>
      </p:sp>
      <p:sp>
        <p:nvSpPr>
          <p:cNvPr id="40" name="Text 32"/>
          <p:cNvSpPr/>
          <p:nvPr/>
        </p:nvSpPr>
        <p:spPr>
          <a:xfrm>
            <a:off x="4389834" y="4750594"/>
            <a:ext cx="3643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 掃描</a:t>
            </a:r>
            <a:endParaRPr lang="en-US" sz="550" dirty="0"/>
          </a:p>
        </p:txBody>
      </p:sp>
      <p:sp>
        <p:nvSpPr>
          <p:cNvPr id="41" name="Shape 33"/>
          <p:cNvSpPr/>
          <p:nvPr/>
        </p:nvSpPr>
        <p:spPr>
          <a:xfrm>
            <a:off x="6215063" y="4295180"/>
            <a:ext cx="285750" cy="285750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4380905"/>
            <a:ext cx="85725" cy="1143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955209" y="4638080"/>
            <a:ext cx="80545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&amp; Report</a:t>
            </a:r>
            <a:endParaRPr lang="en-US" sz="650" dirty="0"/>
          </a:p>
        </p:txBody>
      </p:sp>
      <p:sp>
        <p:nvSpPr>
          <p:cNvPr id="44" name="Text 35"/>
          <p:cNvSpPr/>
          <p:nvPr/>
        </p:nvSpPr>
        <p:spPr>
          <a:xfrm>
            <a:off x="6122194" y="4750594"/>
            <a:ext cx="4714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報告與燃盡圖</a:t>
            </a:r>
            <a:endParaRPr lang="en-US" sz="550" dirty="0"/>
          </a:p>
        </p:txBody>
      </p:sp>
      <p:sp>
        <p:nvSpPr>
          <p:cNvPr id="45" name="Shape 36"/>
          <p:cNvSpPr/>
          <p:nvPr/>
        </p:nvSpPr>
        <p:spPr>
          <a:xfrm>
            <a:off x="8001000" y="4295180"/>
            <a:ext cx="285750" cy="28575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6725" y="4380905"/>
            <a:ext cx="114300" cy="1143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836694" y="4638080"/>
            <a:ext cx="6143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Iteration</a:t>
            </a:r>
            <a:endParaRPr lang="en-US" sz="650" dirty="0"/>
          </a:p>
        </p:txBody>
      </p:sp>
      <p:sp>
        <p:nvSpPr>
          <p:cNvPr id="48" name="Text 38"/>
          <p:cNvSpPr/>
          <p:nvPr/>
        </p:nvSpPr>
        <p:spPr>
          <a:xfrm>
            <a:off x="7986713" y="4750594"/>
            <a:ext cx="3143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持續循環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312664"/>
            <a:ext cx="9144000" cy="1428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行動計畫與里程碑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25116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 PLAN &amp; PROJECT MILESTONES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1326952"/>
            <a:ext cx="9144000" cy="341649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68971"/>
            <a:ext cx="20002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681" y="1741289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本週行動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59387" y="2330648"/>
            <a:ext cx="2476481" cy="725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330648"/>
            <a:ext cx="28575" cy="72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2" name="Text 8"/>
          <p:cNvSpPr/>
          <p:nvPr/>
        </p:nvSpPr>
        <p:spPr>
          <a:xfrm>
            <a:off x="714375" y="2473523"/>
            <a:ext cx="131266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Pipeline
初版規劃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1768971"/>
            <a:ext cx="200025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40913" y="1741289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下週行動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33731" y="2330648"/>
            <a:ext cx="2476509" cy="725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1"/>
          <p:cNvSpPr/>
          <p:nvPr/>
        </p:nvSpPr>
        <p:spPr>
          <a:xfrm>
            <a:off x="3333731" y="2330648"/>
            <a:ext cx="28575" cy="7257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2"/>
          <p:cNvSpPr/>
          <p:nvPr/>
        </p:nvSpPr>
        <p:spPr>
          <a:xfrm>
            <a:off x="3476606" y="2473523"/>
            <a:ext cx="2035771" cy="178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TW" altLang="en-US" sz="110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</a:rPr>
              <a:t>評估一個適合操作的</a:t>
            </a:r>
            <a:r>
              <a:rPr lang="en-US" altLang="zh-TW" sz="110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</a:rPr>
              <a:t>Agent</a:t>
            </a:r>
            <a:r>
              <a:rPr lang="zh-TW" altLang="en-US" sz="1100" b="1" dirty="0">
                <a:solidFill>
                  <a:srgbClr val="0A2540"/>
                </a:solidFill>
                <a:latin typeface="Inter Bold" pitchFamily="34" charset="0"/>
                <a:ea typeface="Inter Bold" pitchFamily="34" charset="-122"/>
              </a:rPr>
              <a:t>方案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1768971"/>
            <a:ext cx="257175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60322" y="1741289"/>
            <a:ext cx="53860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254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里程碑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95991" y="2330648"/>
            <a:ext cx="2476481" cy="1071563"/>
          </a:xfrm>
          <a:prstGeom prst="rect">
            <a:avLst/>
          </a:prstGeom>
          <a:solidFill>
            <a:srgbClr val="F3F4F6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21" name="Text 15"/>
          <p:cNvSpPr/>
          <p:nvPr/>
        </p:nvSpPr>
        <p:spPr>
          <a:xfrm>
            <a:off x="6095991" y="2330648"/>
            <a:ext cx="2476481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待定 (TBD)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0" y="4729163"/>
            <a:ext cx="9144000" cy="414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0" y="4729163"/>
            <a:ext cx="91440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18"/>
          <p:cNvSpPr/>
          <p:nvPr/>
        </p:nvSpPr>
        <p:spPr>
          <a:xfrm>
            <a:off x="0" y="4729163"/>
            <a:ext cx="9144000" cy="414338"/>
          </a:xfrm>
          <a:prstGeom prst="rect">
            <a:avLst/>
          </a:prstGeom>
          <a:noFill/>
          <a:ln/>
        </p:spPr>
        <p:txBody>
          <a:bodyPr wrap="square" lIns="680339" tIns="170053" rIns="680339" bIns="170053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IEC-62443 Vulnerability Management Agent Proposal | Confidential</a:t>
            </a:r>
            <a:endParaRPr lang="en-US" sz="750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C52F1AC1-22B9-424B-8875-6DE6DB509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018" y="3480835"/>
            <a:ext cx="3857231" cy="8941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148</Words>
  <Application>Microsoft Office PowerPoint</Application>
  <PresentationFormat>如螢幕大小 (16:9)</PresentationFormat>
  <Paragraphs>42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Inter</vt:lpstr>
      <vt:lpstr>Inter Bold</vt:lpstr>
      <vt:lpstr>Arial</vt:lpstr>
      <vt:lpstr>Calibri</vt:lpstr>
      <vt:lpstr>Playfair Display Black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Chu</cp:lastModifiedBy>
  <cp:revision>5</cp:revision>
  <dcterms:created xsi:type="dcterms:W3CDTF">2026-07-07T10:07:52Z</dcterms:created>
  <dcterms:modified xsi:type="dcterms:W3CDTF">2026-07-09T01:14:45Z</dcterms:modified>
</cp:coreProperties>
</file>