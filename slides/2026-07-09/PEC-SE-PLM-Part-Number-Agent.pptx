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B3234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B3234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B3234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B3234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B3234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B3234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B3234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B3234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B3234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2B3234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DCCCC"/>
          </a:solidFill>
        </a:fill>
      </a:tcStyle>
    </a:wholeTbl>
    <a:band2H>
      <a:tcTxStyle/>
      <a:tcStyle>
        <a:tcBdr/>
        <a:fill>
          <a:solidFill>
            <a:srgbClr val="F6E7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2B3234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9EE"/>
          </a:solidFill>
        </a:fill>
      </a:tcStyle>
    </a:wholeTbl>
    <a:band2H>
      <a:tcTxStyle/>
      <a:tcStyle>
        <a:tcBdr/>
        <a:fill>
          <a:solidFill>
            <a:srgbClr val="E6EDF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2B3234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CADF"/>
          </a:solidFill>
        </a:fill>
      </a:tcStyle>
    </a:wholeTbl>
    <a:band2H>
      <a:tcTxStyle/>
      <a:tcStyle>
        <a:tcBdr/>
        <a:fill>
          <a:solidFill>
            <a:srgbClr val="E8E6F0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2B323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7E7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2B323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2B3234"/>
              </a:solidFill>
              <a:prstDash val="solid"/>
              <a:round/>
            </a:ln>
          </a:top>
          <a:bottom>
            <a:ln w="25400" cap="flat">
              <a:solidFill>
                <a:srgbClr val="2B323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2B3234"/>
              </a:solidFill>
              <a:prstDash val="solid"/>
              <a:round/>
            </a:ln>
          </a:top>
          <a:bottom>
            <a:ln w="25400" cap="flat">
              <a:solidFill>
                <a:srgbClr val="2B323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2B3234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CCCC"/>
          </a:solidFill>
        </a:fill>
      </a:tcStyle>
    </a:wholeTbl>
    <a:band2H>
      <a:tcTxStyle/>
      <a:tcStyle>
        <a:tcBdr/>
        <a:fill>
          <a:solidFill>
            <a:srgbClr val="E7E7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B323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B3234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B3234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2B3234"/>
      </a:tcTxStyle>
      <a:tcStyle>
        <a:tcBdr>
          <a:left>
            <a:ln w="12700" cap="flat">
              <a:solidFill>
                <a:srgbClr val="2B3234"/>
              </a:solidFill>
              <a:prstDash val="solid"/>
              <a:round/>
            </a:ln>
          </a:left>
          <a:right>
            <a:ln w="12700" cap="flat">
              <a:solidFill>
                <a:srgbClr val="2B3234"/>
              </a:solidFill>
              <a:prstDash val="solid"/>
              <a:round/>
            </a:ln>
          </a:right>
          <a:top>
            <a:ln w="12700" cap="flat">
              <a:solidFill>
                <a:srgbClr val="2B3234"/>
              </a:solidFill>
              <a:prstDash val="solid"/>
              <a:round/>
            </a:ln>
          </a:top>
          <a:bottom>
            <a:ln w="12700" cap="flat">
              <a:solidFill>
                <a:srgbClr val="2B3234"/>
              </a:solidFill>
              <a:prstDash val="solid"/>
              <a:round/>
            </a:ln>
          </a:bottom>
          <a:insideH>
            <a:ln w="12700" cap="flat">
              <a:solidFill>
                <a:srgbClr val="2B3234"/>
              </a:solidFill>
              <a:prstDash val="solid"/>
              <a:round/>
            </a:ln>
          </a:insideH>
          <a:insideV>
            <a:ln w="12700" cap="flat">
              <a:solidFill>
                <a:srgbClr val="2B3234"/>
              </a:solidFill>
              <a:prstDash val="solid"/>
              <a:round/>
            </a:ln>
          </a:insideV>
        </a:tcBdr>
        <a:fill>
          <a:solidFill>
            <a:srgbClr val="2B3234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2B3234"/>
      </a:tcTxStyle>
      <a:tcStyle>
        <a:tcBdr>
          <a:left>
            <a:ln w="12700" cap="flat">
              <a:solidFill>
                <a:srgbClr val="2B3234"/>
              </a:solidFill>
              <a:prstDash val="solid"/>
              <a:round/>
            </a:ln>
          </a:left>
          <a:right>
            <a:ln w="12700" cap="flat">
              <a:solidFill>
                <a:srgbClr val="2B3234"/>
              </a:solidFill>
              <a:prstDash val="solid"/>
              <a:round/>
            </a:ln>
          </a:right>
          <a:top>
            <a:ln w="12700" cap="flat">
              <a:solidFill>
                <a:srgbClr val="2B3234"/>
              </a:solidFill>
              <a:prstDash val="solid"/>
              <a:round/>
            </a:ln>
          </a:top>
          <a:bottom>
            <a:ln w="12700" cap="flat">
              <a:solidFill>
                <a:srgbClr val="2B3234"/>
              </a:solidFill>
              <a:prstDash val="solid"/>
              <a:round/>
            </a:ln>
          </a:bottom>
          <a:insideH>
            <a:ln w="12700" cap="flat">
              <a:solidFill>
                <a:srgbClr val="2B3234"/>
              </a:solidFill>
              <a:prstDash val="solid"/>
              <a:round/>
            </a:ln>
          </a:insideH>
          <a:insideV>
            <a:ln w="12700" cap="flat">
              <a:solidFill>
                <a:srgbClr val="2B3234"/>
              </a:solidFill>
              <a:prstDash val="solid"/>
              <a:round/>
            </a:ln>
          </a:insideV>
        </a:tcBdr>
        <a:fill>
          <a:solidFill>
            <a:srgbClr val="2B3234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2B3234"/>
      </a:tcTxStyle>
      <a:tcStyle>
        <a:tcBdr>
          <a:left>
            <a:ln w="12700" cap="flat">
              <a:solidFill>
                <a:srgbClr val="2B3234"/>
              </a:solidFill>
              <a:prstDash val="solid"/>
              <a:round/>
            </a:ln>
          </a:left>
          <a:right>
            <a:ln w="12700" cap="flat">
              <a:solidFill>
                <a:srgbClr val="2B3234"/>
              </a:solidFill>
              <a:prstDash val="solid"/>
              <a:round/>
            </a:ln>
          </a:right>
          <a:top>
            <a:ln w="50800" cap="flat">
              <a:solidFill>
                <a:srgbClr val="2B3234"/>
              </a:solidFill>
              <a:prstDash val="solid"/>
              <a:round/>
            </a:ln>
          </a:top>
          <a:bottom>
            <a:ln w="12700" cap="flat">
              <a:solidFill>
                <a:srgbClr val="2B3234"/>
              </a:solidFill>
              <a:prstDash val="solid"/>
              <a:round/>
            </a:ln>
          </a:bottom>
          <a:insideH>
            <a:ln w="12700" cap="flat">
              <a:solidFill>
                <a:srgbClr val="2B3234"/>
              </a:solidFill>
              <a:prstDash val="solid"/>
              <a:round/>
            </a:ln>
          </a:insideH>
          <a:insideV>
            <a:ln w="12700" cap="flat">
              <a:solidFill>
                <a:srgbClr val="2B3234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2B3234"/>
      </a:tcTxStyle>
      <a:tcStyle>
        <a:tcBdr>
          <a:left>
            <a:ln w="12700" cap="flat">
              <a:solidFill>
                <a:srgbClr val="2B3234"/>
              </a:solidFill>
              <a:prstDash val="solid"/>
              <a:round/>
            </a:ln>
          </a:left>
          <a:right>
            <a:ln w="12700" cap="flat">
              <a:solidFill>
                <a:srgbClr val="2B3234"/>
              </a:solidFill>
              <a:prstDash val="solid"/>
              <a:round/>
            </a:ln>
          </a:right>
          <a:top>
            <a:ln w="12700" cap="flat">
              <a:solidFill>
                <a:srgbClr val="2B3234"/>
              </a:solidFill>
              <a:prstDash val="solid"/>
              <a:round/>
            </a:ln>
          </a:top>
          <a:bottom>
            <a:ln w="25400" cap="flat">
              <a:solidFill>
                <a:srgbClr val="2B3234"/>
              </a:solidFill>
              <a:prstDash val="solid"/>
              <a:round/>
            </a:ln>
          </a:bottom>
          <a:insideH>
            <a:ln w="12700" cap="flat">
              <a:solidFill>
                <a:srgbClr val="2B3234"/>
              </a:solidFill>
              <a:prstDash val="solid"/>
              <a:round/>
            </a:ln>
          </a:insideH>
          <a:insideV>
            <a:ln w="12700" cap="flat">
              <a:solidFill>
                <a:srgbClr val="2B3234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8F44A2F1-9E1F-4B54-A3A2-5F16C0AD49E2}" styleName="">
    <a:tblBg/>
    <a:wholeTbl>
      <a:tcTxStyle b="off" i="off">
        <a:font>
          <a:latin typeface="Calibri"/>
          <a:ea typeface="Calibri"/>
          <a:cs typeface="Calibri"/>
        </a:font>
        <a:srgbClr val="2B3234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CADF"/>
          </a:solidFill>
        </a:fill>
      </a:tcStyle>
    </a:wholeTbl>
    <a:band2H>
      <a:tcTxStyle/>
      <a:tcStyle>
        <a:tcBdr/>
        <a:fill>
          <a:solidFill>
            <a:srgbClr val="E8E6F0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9" name="Shape 20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21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5" name="Shape 21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7" name="Shape 25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35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59" name="Shape 35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第二頁濃縮原 12 頁內容：問題、入口、Agent 執行、安全控管與整體流程。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30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8" name="Shape 30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31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5" name="Shape 31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Cover 3A_Artificial Intelligence">
    <p:bg>
      <p:bgPr>
        <a:solidFill>
          <a:srgbClr val="2B32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9"/>
          <p:cNvSpPr/>
          <p:nvPr/>
        </p:nvSpPr>
        <p:spPr>
          <a:xfrm>
            <a:off x="-1" y="0"/>
            <a:ext cx="12192002" cy="68580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Isosceles Triangle 1"/>
          <p:cNvSpPr/>
          <p:nvPr/>
        </p:nvSpPr>
        <p:spPr>
          <a:xfrm flipV="1">
            <a:off x="3915519" y="-4"/>
            <a:ext cx="3602963" cy="3749043"/>
          </a:xfrm>
          <a:prstGeom prst="triangle">
            <a:avLst/>
          </a:prstGeom>
          <a:solidFill>
            <a:schemeClr val="accent1">
              <a:alpha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Isosceles Triangle 17"/>
          <p:cNvSpPr/>
          <p:nvPr/>
        </p:nvSpPr>
        <p:spPr>
          <a:xfrm flipV="1">
            <a:off x="3937518" y="-3"/>
            <a:ext cx="3071626" cy="3196164"/>
          </a:xfrm>
          <a:prstGeom prst="triangle">
            <a:avLst/>
          </a:prstGeom>
          <a:solidFill>
            <a:srgbClr val="68191C">
              <a:alpha val="3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" name="Freeform: Shape 11"/>
          <p:cNvSpPr/>
          <p:nvPr/>
        </p:nvSpPr>
        <p:spPr>
          <a:xfrm>
            <a:off x="-1" y="0"/>
            <a:ext cx="6876642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143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gradFill>
            <a:gsLst>
              <a:gs pos="1000">
                <a:srgbClr val="FFFFFF"/>
              </a:gs>
              <a:gs pos="100000">
                <a:srgbClr val="FFFFFF">
                  <a:alpha val="93000"/>
                </a:srgbClr>
              </a:gs>
            </a:gsLst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" name="Cover Slide 3A"/>
          <p:cNvSpPr txBox="1">
            <a:spLocks noGrp="1"/>
          </p:cNvSpPr>
          <p:nvPr>
            <p:ph type="title" hasCustomPrompt="1"/>
          </p:nvPr>
        </p:nvSpPr>
        <p:spPr>
          <a:xfrm>
            <a:off x="304800" y="3970859"/>
            <a:ext cx="5254172" cy="1156945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ts val="4400"/>
              </a:lnSpc>
              <a:defRPr sz="4000" b="0" cap="all"/>
            </a:lvl1pPr>
          </a:lstStyle>
          <a:p>
            <a:r>
              <a:t>Cover Slide 3A</a:t>
            </a:r>
          </a:p>
        </p:txBody>
      </p:sp>
      <p:sp>
        <p:nvSpPr>
          <p:cNvPr id="17" name="內文層級一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04800" y="5284182"/>
            <a:ext cx="5254172" cy="290484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0"/>
              </a:spcBef>
              <a:defRPr>
                <a:solidFill>
                  <a:schemeClr val="accent1"/>
                </a:solidFill>
              </a:defRPr>
            </a:lvl1pPr>
            <a:lvl2pPr indent="342883">
              <a:spcBef>
                <a:spcPts val="0"/>
              </a:spcBef>
              <a:defRPr>
                <a:solidFill>
                  <a:schemeClr val="accent1"/>
                </a:solidFill>
              </a:defRPr>
            </a:lvl2pPr>
            <a:lvl3pPr indent="685765">
              <a:spcBef>
                <a:spcPts val="0"/>
              </a:spcBef>
              <a:defRPr>
                <a:solidFill>
                  <a:schemeClr val="accent1"/>
                </a:solidFill>
              </a:defRPr>
            </a:lvl3pPr>
            <a:lvl4pPr indent="1028649">
              <a:spcBef>
                <a:spcPts val="0"/>
              </a:spcBef>
              <a:defRPr>
                <a:solidFill>
                  <a:schemeClr val="accent1"/>
                </a:solidFill>
              </a:defRPr>
            </a:lvl4pPr>
            <a:lvl5pPr indent="1371531">
              <a:spcBef>
                <a:spcPts val="0"/>
              </a:spcBef>
              <a:defRPr>
                <a:solidFill>
                  <a:schemeClr val="accent1"/>
                </a:solidFill>
              </a:defRPr>
            </a:lvl5pPr>
          </a:lstStyle>
          <a:p>
            <a:r>
              <a:t>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8" name="Straight Connector 4"/>
          <p:cNvSpPr/>
          <p:nvPr/>
        </p:nvSpPr>
        <p:spPr>
          <a:xfrm flipH="1" flipV="1">
            <a:off x="3937518" y="-9331"/>
            <a:ext cx="3243926" cy="6867332"/>
          </a:xfrm>
          <a:prstGeom prst="line">
            <a:avLst/>
          </a:prstGeom>
          <a:ln w="44450">
            <a:solidFill>
              <a:schemeClr val="accent1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19" name="圖片 12" descr="圖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16373"/>
            <a:ext cx="2629990" cy="1028941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over 3B_General Embedded">
    <p:bg>
      <p:bgPr>
        <a:solidFill>
          <a:srgbClr val="2B32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9"/>
          <p:cNvSpPr/>
          <p:nvPr/>
        </p:nvSpPr>
        <p:spPr>
          <a:xfrm flipH="1">
            <a:off x="-313872" y="0"/>
            <a:ext cx="12505873" cy="68580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" name="Isosceles Triangle 11"/>
          <p:cNvSpPr/>
          <p:nvPr/>
        </p:nvSpPr>
        <p:spPr>
          <a:xfrm flipV="1">
            <a:off x="3915519" y="-4"/>
            <a:ext cx="3602963" cy="3749043"/>
          </a:xfrm>
          <a:prstGeom prst="triangle">
            <a:avLst/>
          </a:prstGeom>
          <a:solidFill>
            <a:schemeClr val="accent1">
              <a:alpha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" name="Isosceles Triangle 12"/>
          <p:cNvSpPr/>
          <p:nvPr/>
        </p:nvSpPr>
        <p:spPr>
          <a:xfrm flipV="1">
            <a:off x="3937518" y="-3"/>
            <a:ext cx="3071626" cy="3196164"/>
          </a:xfrm>
          <a:prstGeom prst="triangle">
            <a:avLst/>
          </a:prstGeom>
          <a:solidFill>
            <a:srgbClr val="68191C">
              <a:alpha val="3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" name="Freeform: Shape 13"/>
          <p:cNvSpPr/>
          <p:nvPr/>
        </p:nvSpPr>
        <p:spPr>
          <a:xfrm>
            <a:off x="-1" y="0"/>
            <a:ext cx="6876642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143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gradFill>
            <a:gsLst>
              <a:gs pos="1000">
                <a:srgbClr val="FFFFFF"/>
              </a:gs>
              <a:gs pos="100000">
                <a:srgbClr val="FFFFFF">
                  <a:alpha val="93000"/>
                </a:srgbClr>
              </a:gs>
            </a:gsLst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1" name="Straight Connector 14"/>
          <p:cNvSpPr/>
          <p:nvPr/>
        </p:nvSpPr>
        <p:spPr>
          <a:xfrm flipH="1" flipV="1">
            <a:off x="3937518" y="-9331"/>
            <a:ext cx="3243926" cy="6867332"/>
          </a:xfrm>
          <a:prstGeom prst="line">
            <a:avLst/>
          </a:prstGeom>
          <a:ln w="44450">
            <a:solidFill>
              <a:schemeClr val="accent1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Cover Slide 3B"/>
          <p:cNvSpPr txBox="1">
            <a:spLocks noGrp="1"/>
          </p:cNvSpPr>
          <p:nvPr>
            <p:ph type="title" hasCustomPrompt="1"/>
          </p:nvPr>
        </p:nvSpPr>
        <p:spPr>
          <a:xfrm>
            <a:off x="304800" y="3970859"/>
            <a:ext cx="5254172" cy="1156945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ts val="4400"/>
              </a:lnSpc>
              <a:defRPr sz="4000" b="0" cap="all"/>
            </a:lvl1pPr>
          </a:lstStyle>
          <a:p>
            <a:r>
              <a:t>Cover Slide 3B</a:t>
            </a:r>
          </a:p>
        </p:txBody>
      </p:sp>
      <p:sp>
        <p:nvSpPr>
          <p:cNvPr id="33" name="內文層級一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04800" y="5284182"/>
            <a:ext cx="5254172" cy="290484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0"/>
              </a:spcBef>
              <a:defRPr>
                <a:solidFill>
                  <a:schemeClr val="accent1"/>
                </a:solidFill>
              </a:defRPr>
            </a:lvl1pPr>
            <a:lvl2pPr indent="342883">
              <a:spcBef>
                <a:spcPts val="0"/>
              </a:spcBef>
              <a:defRPr>
                <a:solidFill>
                  <a:schemeClr val="accent1"/>
                </a:solidFill>
              </a:defRPr>
            </a:lvl2pPr>
            <a:lvl3pPr indent="685765">
              <a:spcBef>
                <a:spcPts val="0"/>
              </a:spcBef>
              <a:defRPr>
                <a:solidFill>
                  <a:schemeClr val="accent1"/>
                </a:solidFill>
              </a:defRPr>
            </a:lvl3pPr>
            <a:lvl4pPr indent="1028649">
              <a:spcBef>
                <a:spcPts val="0"/>
              </a:spcBef>
              <a:defRPr>
                <a:solidFill>
                  <a:schemeClr val="accent1"/>
                </a:solidFill>
              </a:defRPr>
            </a:lvl4pPr>
            <a:lvl5pPr indent="1371531">
              <a:spcBef>
                <a:spcPts val="0"/>
              </a:spcBef>
              <a:defRPr>
                <a:solidFill>
                  <a:schemeClr val="accent1"/>
                </a:solidFill>
              </a:defRPr>
            </a:lvl5pPr>
          </a:lstStyle>
          <a:p>
            <a:r>
              <a:t>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34" name="圖片 10" descr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16373"/>
            <a:ext cx="2629990" cy="1028941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over 3C_Smart Manufacturing">
    <p:bg>
      <p:bgPr>
        <a:solidFill>
          <a:srgbClr val="2B32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9"/>
          <p:cNvSpPr/>
          <p:nvPr/>
        </p:nvSpPr>
        <p:spPr>
          <a:xfrm>
            <a:off x="-313872" y="0"/>
            <a:ext cx="12505873" cy="68580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3" name="Isosceles Triangle 12"/>
          <p:cNvSpPr/>
          <p:nvPr/>
        </p:nvSpPr>
        <p:spPr>
          <a:xfrm flipV="1">
            <a:off x="3915519" y="-4"/>
            <a:ext cx="3602963" cy="3749043"/>
          </a:xfrm>
          <a:prstGeom prst="triangle">
            <a:avLst/>
          </a:prstGeom>
          <a:solidFill>
            <a:schemeClr val="accent1">
              <a:alpha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" name="Isosceles Triangle 13"/>
          <p:cNvSpPr/>
          <p:nvPr/>
        </p:nvSpPr>
        <p:spPr>
          <a:xfrm flipV="1">
            <a:off x="3937518" y="-3"/>
            <a:ext cx="3071626" cy="3196164"/>
          </a:xfrm>
          <a:prstGeom prst="triangle">
            <a:avLst/>
          </a:prstGeom>
          <a:solidFill>
            <a:srgbClr val="68191C">
              <a:alpha val="3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" name="Freeform: Shape 14"/>
          <p:cNvSpPr/>
          <p:nvPr/>
        </p:nvSpPr>
        <p:spPr>
          <a:xfrm>
            <a:off x="-1" y="0"/>
            <a:ext cx="6876642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143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gradFill>
            <a:gsLst>
              <a:gs pos="1000">
                <a:srgbClr val="FFFFFF"/>
              </a:gs>
              <a:gs pos="100000">
                <a:srgbClr val="FFFFFF">
                  <a:alpha val="93000"/>
                </a:srgbClr>
              </a:gs>
            </a:gsLst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" name="Straight Connector 15"/>
          <p:cNvSpPr/>
          <p:nvPr/>
        </p:nvSpPr>
        <p:spPr>
          <a:xfrm flipH="1" flipV="1">
            <a:off x="3937518" y="-9331"/>
            <a:ext cx="3243926" cy="6867332"/>
          </a:xfrm>
          <a:prstGeom prst="line">
            <a:avLst/>
          </a:prstGeom>
          <a:ln w="44450">
            <a:solidFill>
              <a:schemeClr val="accent1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7" name="Cover Slide 3c"/>
          <p:cNvSpPr txBox="1">
            <a:spLocks noGrp="1"/>
          </p:cNvSpPr>
          <p:nvPr>
            <p:ph type="title" hasCustomPrompt="1"/>
          </p:nvPr>
        </p:nvSpPr>
        <p:spPr>
          <a:xfrm>
            <a:off x="304800" y="3970859"/>
            <a:ext cx="5254172" cy="1156945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ts val="4400"/>
              </a:lnSpc>
              <a:defRPr sz="4000" b="0" cap="all"/>
            </a:lvl1pPr>
          </a:lstStyle>
          <a:p>
            <a:r>
              <a:t>Cover Slide 3c</a:t>
            </a:r>
          </a:p>
        </p:txBody>
      </p:sp>
      <p:sp>
        <p:nvSpPr>
          <p:cNvPr id="48" name="內文層級一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04800" y="5284182"/>
            <a:ext cx="5254172" cy="290484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0"/>
              </a:spcBef>
              <a:defRPr>
                <a:solidFill>
                  <a:schemeClr val="accent1"/>
                </a:solidFill>
              </a:defRPr>
            </a:lvl1pPr>
            <a:lvl2pPr indent="342883">
              <a:spcBef>
                <a:spcPts val="0"/>
              </a:spcBef>
              <a:defRPr>
                <a:solidFill>
                  <a:schemeClr val="accent1"/>
                </a:solidFill>
              </a:defRPr>
            </a:lvl2pPr>
            <a:lvl3pPr indent="685765">
              <a:spcBef>
                <a:spcPts val="0"/>
              </a:spcBef>
              <a:defRPr>
                <a:solidFill>
                  <a:schemeClr val="accent1"/>
                </a:solidFill>
              </a:defRPr>
            </a:lvl3pPr>
            <a:lvl4pPr indent="1028649">
              <a:spcBef>
                <a:spcPts val="0"/>
              </a:spcBef>
              <a:defRPr>
                <a:solidFill>
                  <a:schemeClr val="accent1"/>
                </a:solidFill>
              </a:defRPr>
            </a:lvl4pPr>
            <a:lvl5pPr indent="1371531">
              <a:spcBef>
                <a:spcPts val="0"/>
              </a:spcBef>
              <a:defRPr>
                <a:solidFill>
                  <a:schemeClr val="accent1"/>
                </a:solidFill>
              </a:defRPr>
            </a:lvl5pPr>
          </a:lstStyle>
          <a:p>
            <a:r>
              <a:t>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49" name="圖片 10" descr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16373"/>
            <a:ext cx="2629990" cy="1028941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over 3D_Transportation">
    <p:bg>
      <p:bgPr>
        <a:solidFill>
          <a:srgbClr val="2B32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11" descr="Picture 11"/>
          <p:cNvPicPr>
            <a:picLocks noChangeAspect="1"/>
          </p:cNvPicPr>
          <p:nvPr/>
        </p:nvPicPr>
        <p:blipFill>
          <a:blip r:embed="rId2"/>
          <a:srcRect t="6720" r="13560" b="8907"/>
          <a:stretch>
            <a:fillRect/>
          </a:stretch>
        </p:blipFill>
        <p:spPr>
          <a:xfrm>
            <a:off x="-298556" y="-1"/>
            <a:ext cx="12490557" cy="6858002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Isosceles Triangle 9"/>
          <p:cNvSpPr/>
          <p:nvPr/>
        </p:nvSpPr>
        <p:spPr>
          <a:xfrm flipV="1">
            <a:off x="3915519" y="-4"/>
            <a:ext cx="3602963" cy="3749043"/>
          </a:xfrm>
          <a:prstGeom prst="triangle">
            <a:avLst/>
          </a:prstGeom>
          <a:solidFill>
            <a:schemeClr val="accent1">
              <a:alpha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9" name="Isosceles Triangle 12"/>
          <p:cNvSpPr/>
          <p:nvPr/>
        </p:nvSpPr>
        <p:spPr>
          <a:xfrm flipV="1">
            <a:off x="3937518" y="-3"/>
            <a:ext cx="3071626" cy="3196164"/>
          </a:xfrm>
          <a:prstGeom prst="triangle">
            <a:avLst/>
          </a:prstGeom>
          <a:solidFill>
            <a:srgbClr val="68191C">
              <a:alpha val="3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0" name="Freeform: Shape 13"/>
          <p:cNvSpPr/>
          <p:nvPr/>
        </p:nvSpPr>
        <p:spPr>
          <a:xfrm>
            <a:off x="-1" y="0"/>
            <a:ext cx="6876642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143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gradFill>
            <a:gsLst>
              <a:gs pos="1000">
                <a:srgbClr val="FFFFFF"/>
              </a:gs>
              <a:gs pos="100000">
                <a:srgbClr val="FFFFFF">
                  <a:alpha val="93000"/>
                </a:srgbClr>
              </a:gs>
            </a:gsLst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1" name="Straight Connector 14"/>
          <p:cNvSpPr/>
          <p:nvPr/>
        </p:nvSpPr>
        <p:spPr>
          <a:xfrm flipH="1" flipV="1">
            <a:off x="3937518" y="-9331"/>
            <a:ext cx="3243926" cy="6867332"/>
          </a:xfrm>
          <a:prstGeom prst="line">
            <a:avLst/>
          </a:prstGeom>
          <a:ln w="44450">
            <a:solidFill>
              <a:schemeClr val="accent1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2" name="Cover Slide 3d"/>
          <p:cNvSpPr txBox="1">
            <a:spLocks noGrp="1"/>
          </p:cNvSpPr>
          <p:nvPr>
            <p:ph type="title" hasCustomPrompt="1"/>
          </p:nvPr>
        </p:nvSpPr>
        <p:spPr>
          <a:xfrm>
            <a:off x="304800" y="3970859"/>
            <a:ext cx="5254172" cy="1156945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ts val="4400"/>
              </a:lnSpc>
              <a:defRPr sz="4000" b="0" cap="all"/>
            </a:lvl1pPr>
          </a:lstStyle>
          <a:p>
            <a:r>
              <a:t>Cover Slide 3d</a:t>
            </a:r>
          </a:p>
        </p:txBody>
      </p:sp>
      <p:sp>
        <p:nvSpPr>
          <p:cNvPr id="63" name="內文層級一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04800" y="5284182"/>
            <a:ext cx="5254172" cy="290484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0"/>
              </a:spcBef>
              <a:defRPr>
                <a:solidFill>
                  <a:schemeClr val="accent1"/>
                </a:solidFill>
              </a:defRPr>
            </a:lvl1pPr>
            <a:lvl2pPr indent="342883">
              <a:spcBef>
                <a:spcPts val="0"/>
              </a:spcBef>
              <a:defRPr>
                <a:solidFill>
                  <a:schemeClr val="accent1"/>
                </a:solidFill>
              </a:defRPr>
            </a:lvl2pPr>
            <a:lvl3pPr indent="685765">
              <a:spcBef>
                <a:spcPts val="0"/>
              </a:spcBef>
              <a:defRPr>
                <a:solidFill>
                  <a:schemeClr val="accent1"/>
                </a:solidFill>
              </a:defRPr>
            </a:lvl3pPr>
            <a:lvl4pPr indent="1028649">
              <a:spcBef>
                <a:spcPts val="0"/>
              </a:spcBef>
              <a:defRPr>
                <a:solidFill>
                  <a:schemeClr val="accent1"/>
                </a:solidFill>
              </a:defRPr>
            </a:lvl4pPr>
            <a:lvl5pPr indent="1371531">
              <a:spcBef>
                <a:spcPts val="0"/>
              </a:spcBef>
              <a:defRPr>
                <a:solidFill>
                  <a:schemeClr val="accent1"/>
                </a:solidFill>
              </a:defRPr>
            </a:lvl5pPr>
          </a:lstStyle>
          <a:p>
            <a:r>
              <a:t>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64" name="圖片 10" descr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16373"/>
            <a:ext cx="2629990" cy="1028941"/>
          </a:xfrm>
          <a:prstGeom prst="rect">
            <a:avLst/>
          </a:prstGeom>
          <a:ln w="12700">
            <a:miter lim="400000"/>
          </a:ln>
        </p:spPr>
      </p:pic>
      <p:sp>
        <p:nvSpPr>
          <p:cNvPr id="65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over 3E_Healthcare">
    <p:bg>
      <p:bgPr>
        <a:solidFill>
          <a:srgbClr val="2B32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9" descr="Picture 9"/>
          <p:cNvPicPr>
            <a:picLocks noChangeAspect="1"/>
          </p:cNvPicPr>
          <p:nvPr/>
        </p:nvPicPr>
        <p:blipFill>
          <a:blip r:embed="rId2"/>
          <a:srcRect l="2008" t="3218" r="2008" b="3218"/>
          <a:stretch>
            <a:fillRect/>
          </a:stretch>
        </p:blipFill>
        <p:spPr>
          <a:xfrm>
            <a:off x="-313873" y="-1"/>
            <a:ext cx="12507461" cy="6858002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Isosceles Triangle 11"/>
          <p:cNvSpPr/>
          <p:nvPr/>
        </p:nvSpPr>
        <p:spPr>
          <a:xfrm flipV="1">
            <a:off x="3915519" y="-4"/>
            <a:ext cx="3602963" cy="3749043"/>
          </a:xfrm>
          <a:prstGeom prst="triangle">
            <a:avLst/>
          </a:prstGeom>
          <a:solidFill>
            <a:schemeClr val="accent1">
              <a:alpha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4" name="Isosceles Triangle 12"/>
          <p:cNvSpPr/>
          <p:nvPr/>
        </p:nvSpPr>
        <p:spPr>
          <a:xfrm flipV="1">
            <a:off x="3937518" y="-3"/>
            <a:ext cx="3071626" cy="3196164"/>
          </a:xfrm>
          <a:prstGeom prst="triangle">
            <a:avLst/>
          </a:prstGeom>
          <a:solidFill>
            <a:srgbClr val="68191C">
              <a:alpha val="3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5" name="Freeform: Shape 13"/>
          <p:cNvSpPr/>
          <p:nvPr/>
        </p:nvSpPr>
        <p:spPr>
          <a:xfrm>
            <a:off x="-1" y="0"/>
            <a:ext cx="6876642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143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gradFill>
            <a:gsLst>
              <a:gs pos="1000">
                <a:srgbClr val="FFFFFF"/>
              </a:gs>
              <a:gs pos="100000">
                <a:srgbClr val="FFFFFF">
                  <a:alpha val="93000"/>
                </a:srgbClr>
              </a:gs>
            </a:gsLst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6" name="Straight Connector 14"/>
          <p:cNvSpPr/>
          <p:nvPr/>
        </p:nvSpPr>
        <p:spPr>
          <a:xfrm flipH="1" flipV="1">
            <a:off x="3937518" y="-9331"/>
            <a:ext cx="3243926" cy="6867332"/>
          </a:xfrm>
          <a:prstGeom prst="line">
            <a:avLst/>
          </a:prstGeom>
          <a:ln w="44450">
            <a:solidFill>
              <a:schemeClr val="accent1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7" name="Cover Slide 3e"/>
          <p:cNvSpPr txBox="1">
            <a:spLocks noGrp="1"/>
          </p:cNvSpPr>
          <p:nvPr>
            <p:ph type="title" hasCustomPrompt="1"/>
          </p:nvPr>
        </p:nvSpPr>
        <p:spPr>
          <a:xfrm>
            <a:off x="304800" y="3970859"/>
            <a:ext cx="5254172" cy="1156945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ts val="4400"/>
              </a:lnSpc>
              <a:defRPr sz="4000" b="0" cap="all"/>
            </a:lvl1pPr>
          </a:lstStyle>
          <a:p>
            <a:r>
              <a:t>Cover Slide 3e</a:t>
            </a:r>
          </a:p>
        </p:txBody>
      </p:sp>
      <p:sp>
        <p:nvSpPr>
          <p:cNvPr id="78" name="內文層級一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04800" y="5284182"/>
            <a:ext cx="5254172" cy="290484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0"/>
              </a:spcBef>
              <a:defRPr>
                <a:solidFill>
                  <a:schemeClr val="accent1"/>
                </a:solidFill>
              </a:defRPr>
            </a:lvl1pPr>
            <a:lvl2pPr indent="342883">
              <a:spcBef>
                <a:spcPts val="0"/>
              </a:spcBef>
              <a:defRPr>
                <a:solidFill>
                  <a:schemeClr val="accent1"/>
                </a:solidFill>
              </a:defRPr>
            </a:lvl2pPr>
            <a:lvl3pPr indent="685765">
              <a:spcBef>
                <a:spcPts val="0"/>
              </a:spcBef>
              <a:defRPr>
                <a:solidFill>
                  <a:schemeClr val="accent1"/>
                </a:solidFill>
              </a:defRPr>
            </a:lvl3pPr>
            <a:lvl4pPr indent="1028649">
              <a:spcBef>
                <a:spcPts val="0"/>
              </a:spcBef>
              <a:defRPr>
                <a:solidFill>
                  <a:schemeClr val="accent1"/>
                </a:solidFill>
              </a:defRPr>
            </a:lvl4pPr>
            <a:lvl5pPr indent="1371531">
              <a:spcBef>
                <a:spcPts val="0"/>
              </a:spcBef>
              <a:defRPr>
                <a:solidFill>
                  <a:schemeClr val="accent1"/>
                </a:solidFill>
              </a:defRPr>
            </a:lvl5pPr>
          </a:lstStyle>
          <a:p>
            <a:r>
              <a:t>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79" name="圖片 10" descr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16373"/>
            <a:ext cx="2629990" cy="1028941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over 3F_Infotainment">
    <p:bg>
      <p:bgPr>
        <a:solidFill>
          <a:srgbClr val="2B32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11" descr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5458" y="419"/>
            <a:ext cx="12507460" cy="6857160"/>
          </a:xfrm>
          <a:prstGeom prst="rect">
            <a:avLst/>
          </a:prstGeom>
          <a:ln w="12700">
            <a:miter lim="400000"/>
          </a:ln>
        </p:spPr>
      </p:pic>
      <p:sp>
        <p:nvSpPr>
          <p:cNvPr id="88" name="Isosceles Triangle 9"/>
          <p:cNvSpPr/>
          <p:nvPr/>
        </p:nvSpPr>
        <p:spPr>
          <a:xfrm flipV="1">
            <a:off x="3915519" y="-4"/>
            <a:ext cx="3602963" cy="3749043"/>
          </a:xfrm>
          <a:prstGeom prst="triangle">
            <a:avLst/>
          </a:prstGeom>
          <a:solidFill>
            <a:schemeClr val="accent1">
              <a:alpha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9" name="Isosceles Triangle 12"/>
          <p:cNvSpPr/>
          <p:nvPr/>
        </p:nvSpPr>
        <p:spPr>
          <a:xfrm flipV="1">
            <a:off x="3937518" y="-3"/>
            <a:ext cx="3071626" cy="3196164"/>
          </a:xfrm>
          <a:prstGeom prst="triangle">
            <a:avLst/>
          </a:prstGeom>
          <a:solidFill>
            <a:srgbClr val="68191C">
              <a:alpha val="3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0" name="Freeform: Shape 13"/>
          <p:cNvSpPr/>
          <p:nvPr/>
        </p:nvSpPr>
        <p:spPr>
          <a:xfrm>
            <a:off x="-1" y="0"/>
            <a:ext cx="6876642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143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gradFill>
            <a:gsLst>
              <a:gs pos="1000">
                <a:srgbClr val="FFFFFF"/>
              </a:gs>
              <a:gs pos="100000">
                <a:srgbClr val="FFFFFF">
                  <a:alpha val="93000"/>
                </a:srgbClr>
              </a:gs>
            </a:gsLst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1" name="Straight Connector 14"/>
          <p:cNvSpPr/>
          <p:nvPr/>
        </p:nvSpPr>
        <p:spPr>
          <a:xfrm flipH="1" flipV="1">
            <a:off x="3937518" y="-9331"/>
            <a:ext cx="3243926" cy="6867332"/>
          </a:xfrm>
          <a:prstGeom prst="line">
            <a:avLst/>
          </a:prstGeom>
          <a:ln w="44450">
            <a:solidFill>
              <a:schemeClr val="accent1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92" name="Cover Slide 3f"/>
          <p:cNvSpPr txBox="1">
            <a:spLocks noGrp="1"/>
          </p:cNvSpPr>
          <p:nvPr>
            <p:ph type="title" hasCustomPrompt="1"/>
          </p:nvPr>
        </p:nvSpPr>
        <p:spPr>
          <a:xfrm>
            <a:off x="304800" y="3970859"/>
            <a:ext cx="5254172" cy="1156945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ts val="4400"/>
              </a:lnSpc>
              <a:defRPr sz="4000" b="0" cap="all"/>
            </a:lvl1pPr>
          </a:lstStyle>
          <a:p>
            <a:r>
              <a:t>Cover Slide 3f</a:t>
            </a:r>
          </a:p>
        </p:txBody>
      </p:sp>
      <p:sp>
        <p:nvSpPr>
          <p:cNvPr id="93" name="內文層級一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04800" y="5284182"/>
            <a:ext cx="5254172" cy="290484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0"/>
              </a:spcBef>
              <a:defRPr>
                <a:solidFill>
                  <a:schemeClr val="accent1"/>
                </a:solidFill>
              </a:defRPr>
            </a:lvl1pPr>
            <a:lvl2pPr indent="342883">
              <a:spcBef>
                <a:spcPts val="0"/>
              </a:spcBef>
              <a:defRPr>
                <a:solidFill>
                  <a:schemeClr val="accent1"/>
                </a:solidFill>
              </a:defRPr>
            </a:lvl2pPr>
            <a:lvl3pPr indent="685765">
              <a:spcBef>
                <a:spcPts val="0"/>
              </a:spcBef>
              <a:defRPr>
                <a:solidFill>
                  <a:schemeClr val="accent1"/>
                </a:solidFill>
              </a:defRPr>
            </a:lvl3pPr>
            <a:lvl4pPr indent="1028649">
              <a:spcBef>
                <a:spcPts val="0"/>
              </a:spcBef>
              <a:defRPr>
                <a:solidFill>
                  <a:schemeClr val="accent1"/>
                </a:solidFill>
              </a:defRPr>
            </a:lvl4pPr>
            <a:lvl5pPr indent="1371531">
              <a:spcBef>
                <a:spcPts val="0"/>
              </a:spcBef>
              <a:defRPr>
                <a:solidFill>
                  <a:schemeClr val="accent1"/>
                </a:solidFill>
              </a:defRPr>
            </a:lvl5pPr>
          </a:lstStyle>
          <a:p>
            <a:r>
              <a:t>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94" name="圖片 10" descr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16373"/>
            <a:ext cx="2629990" cy="1028941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over 3F_Telecom-Networking">
    <p:bg>
      <p:bgPr>
        <a:solidFill>
          <a:srgbClr val="2B32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4892" y="0"/>
            <a:ext cx="1250632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Isosceles Triangle 9"/>
          <p:cNvSpPr/>
          <p:nvPr/>
        </p:nvSpPr>
        <p:spPr>
          <a:xfrm flipV="1">
            <a:off x="3915519" y="-4"/>
            <a:ext cx="3602963" cy="3749043"/>
          </a:xfrm>
          <a:prstGeom prst="triangle">
            <a:avLst/>
          </a:prstGeom>
          <a:solidFill>
            <a:schemeClr val="accent1">
              <a:alpha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4" name="Isosceles Triangle 12"/>
          <p:cNvSpPr/>
          <p:nvPr/>
        </p:nvSpPr>
        <p:spPr>
          <a:xfrm flipV="1">
            <a:off x="3937518" y="-3"/>
            <a:ext cx="3071626" cy="3196164"/>
          </a:xfrm>
          <a:prstGeom prst="triangle">
            <a:avLst/>
          </a:prstGeom>
          <a:solidFill>
            <a:srgbClr val="68191C">
              <a:alpha val="3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5" name="Freeform: Shape 13"/>
          <p:cNvSpPr/>
          <p:nvPr/>
        </p:nvSpPr>
        <p:spPr>
          <a:xfrm>
            <a:off x="-1" y="0"/>
            <a:ext cx="6876642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143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gradFill>
            <a:gsLst>
              <a:gs pos="1000">
                <a:srgbClr val="FFFFFF"/>
              </a:gs>
              <a:gs pos="100000">
                <a:srgbClr val="FFFFFF">
                  <a:alpha val="93000"/>
                </a:srgbClr>
              </a:gs>
            </a:gsLst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6" name="Straight Connector 14"/>
          <p:cNvSpPr/>
          <p:nvPr/>
        </p:nvSpPr>
        <p:spPr>
          <a:xfrm flipH="1" flipV="1">
            <a:off x="3937518" y="-9331"/>
            <a:ext cx="3243926" cy="6867332"/>
          </a:xfrm>
          <a:prstGeom prst="line">
            <a:avLst/>
          </a:prstGeom>
          <a:ln w="44450">
            <a:solidFill>
              <a:schemeClr val="accent1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07" name="Cover Slide 3G"/>
          <p:cNvSpPr txBox="1">
            <a:spLocks noGrp="1"/>
          </p:cNvSpPr>
          <p:nvPr>
            <p:ph type="title" hasCustomPrompt="1"/>
          </p:nvPr>
        </p:nvSpPr>
        <p:spPr>
          <a:xfrm>
            <a:off x="304800" y="3970859"/>
            <a:ext cx="5254172" cy="1156945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ts val="4400"/>
              </a:lnSpc>
              <a:defRPr sz="4000" b="0" cap="all"/>
            </a:lvl1pPr>
          </a:lstStyle>
          <a:p>
            <a:r>
              <a:t>Cover Slide 3G</a:t>
            </a:r>
          </a:p>
        </p:txBody>
      </p:sp>
      <p:sp>
        <p:nvSpPr>
          <p:cNvPr id="108" name="內文層級一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04800" y="5284182"/>
            <a:ext cx="5254172" cy="290484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0"/>
              </a:spcBef>
              <a:defRPr>
                <a:solidFill>
                  <a:schemeClr val="accent1"/>
                </a:solidFill>
              </a:defRPr>
            </a:lvl1pPr>
            <a:lvl2pPr indent="342883">
              <a:spcBef>
                <a:spcPts val="0"/>
              </a:spcBef>
              <a:defRPr>
                <a:solidFill>
                  <a:schemeClr val="accent1"/>
                </a:solidFill>
              </a:defRPr>
            </a:lvl2pPr>
            <a:lvl3pPr indent="685765">
              <a:spcBef>
                <a:spcPts val="0"/>
              </a:spcBef>
              <a:defRPr>
                <a:solidFill>
                  <a:schemeClr val="accent1"/>
                </a:solidFill>
              </a:defRPr>
            </a:lvl3pPr>
            <a:lvl4pPr indent="1028649">
              <a:spcBef>
                <a:spcPts val="0"/>
              </a:spcBef>
              <a:defRPr>
                <a:solidFill>
                  <a:schemeClr val="accent1"/>
                </a:solidFill>
              </a:defRPr>
            </a:lvl4pPr>
            <a:lvl5pPr indent="1371531">
              <a:spcBef>
                <a:spcPts val="0"/>
              </a:spcBef>
              <a:defRPr>
                <a:solidFill>
                  <a:schemeClr val="accent1"/>
                </a:solidFill>
              </a:defRPr>
            </a:lvl5pPr>
          </a:lstStyle>
          <a:p>
            <a:r>
              <a:t>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109" name="圖片 10" descr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16373"/>
            <a:ext cx="2629990" cy="1028941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over 3H_Mil-Aero">
    <p:bg>
      <p:bgPr>
        <a:solidFill>
          <a:srgbClr val="2B32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4892" y="-2"/>
            <a:ext cx="12506326" cy="6858002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Isosceles Triangle 9"/>
          <p:cNvSpPr/>
          <p:nvPr/>
        </p:nvSpPr>
        <p:spPr>
          <a:xfrm flipV="1">
            <a:off x="3915519" y="-4"/>
            <a:ext cx="3602963" cy="3749043"/>
          </a:xfrm>
          <a:prstGeom prst="triangle">
            <a:avLst/>
          </a:prstGeom>
          <a:solidFill>
            <a:schemeClr val="accent1">
              <a:alpha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9" name="Isosceles Triangle 12"/>
          <p:cNvSpPr/>
          <p:nvPr/>
        </p:nvSpPr>
        <p:spPr>
          <a:xfrm flipV="1">
            <a:off x="3937518" y="-3"/>
            <a:ext cx="3071626" cy="3196164"/>
          </a:xfrm>
          <a:prstGeom prst="triangle">
            <a:avLst/>
          </a:prstGeom>
          <a:solidFill>
            <a:srgbClr val="68191C">
              <a:alpha val="3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0" name="Freeform: Shape 13"/>
          <p:cNvSpPr/>
          <p:nvPr/>
        </p:nvSpPr>
        <p:spPr>
          <a:xfrm>
            <a:off x="-1" y="0"/>
            <a:ext cx="6876642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143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gradFill>
            <a:gsLst>
              <a:gs pos="1000">
                <a:srgbClr val="FFFFFF"/>
              </a:gs>
              <a:gs pos="100000">
                <a:srgbClr val="FFFFFF">
                  <a:alpha val="93000"/>
                </a:srgbClr>
              </a:gs>
            </a:gsLst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1" name="Straight Connector 14"/>
          <p:cNvSpPr/>
          <p:nvPr/>
        </p:nvSpPr>
        <p:spPr>
          <a:xfrm flipH="1" flipV="1">
            <a:off x="3937518" y="-9331"/>
            <a:ext cx="3243926" cy="6867332"/>
          </a:xfrm>
          <a:prstGeom prst="line">
            <a:avLst/>
          </a:prstGeom>
          <a:ln w="44450">
            <a:solidFill>
              <a:schemeClr val="accent1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22" name="Cover Slide 3H"/>
          <p:cNvSpPr txBox="1">
            <a:spLocks noGrp="1"/>
          </p:cNvSpPr>
          <p:nvPr>
            <p:ph type="title" hasCustomPrompt="1"/>
          </p:nvPr>
        </p:nvSpPr>
        <p:spPr>
          <a:xfrm>
            <a:off x="304800" y="3970859"/>
            <a:ext cx="5254172" cy="1156945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ts val="4400"/>
              </a:lnSpc>
              <a:defRPr sz="4000" b="0" cap="all"/>
            </a:lvl1pPr>
          </a:lstStyle>
          <a:p>
            <a:r>
              <a:t>Cover Slide 3H</a:t>
            </a:r>
          </a:p>
        </p:txBody>
      </p:sp>
      <p:sp>
        <p:nvSpPr>
          <p:cNvPr id="123" name="內文層級一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04800" y="5284182"/>
            <a:ext cx="5254172" cy="290484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0"/>
              </a:spcBef>
              <a:defRPr>
                <a:solidFill>
                  <a:schemeClr val="accent1"/>
                </a:solidFill>
              </a:defRPr>
            </a:lvl1pPr>
            <a:lvl2pPr indent="342883">
              <a:spcBef>
                <a:spcPts val="0"/>
              </a:spcBef>
              <a:defRPr>
                <a:solidFill>
                  <a:schemeClr val="accent1"/>
                </a:solidFill>
              </a:defRPr>
            </a:lvl2pPr>
            <a:lvl3pPr indent="685765">
              <a:spcBef>
                <a:spcPts val="0"/>
              </a:spcBef>
              <a:defRPr>
                <a:solidFill>
                  <a:schemeClr val="accent1"/>
                </a:solidFill>
              </a:defRPr>
            </a:lvl3pPr>
            <a:lvl4pPr indent="1028649">
              <a:spcBef>
                <a:spcPts val="0"/>
              </a:spcBef>
              <a:defRPr>
                <a:solidFill>
                  <a:schemeClr val="accent1"/>
                </a:solidFill>
              </a:defRPr>
            </a:lvl4pPr>
            <a:lvl5pPr indent="1371531">
              <a:spcBef>
                <a:spcPts val="0"/>
              </a:spcBef>
              <a:defRPr>
                <a:solidFill>
                  <a:schemeClr val="accent1"/>
                </a:solidFill>
              </a:defRPr>
            </a:lvl5pPr>
          </a:lstStyle>
          <a:p>
            <a:r>
              <a:t>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124" name="圖片 10" descr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16373"/>
            <a:ext cx="2629990" cy="1028941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Freeform: Shape 13"/>
          <p:cNvSpPr/>
          <p:nvPr/>
        </p:nvSpPr>
        <p:spPr>
          <a:xfrm>
            <a:off x="-1" y="0"/>
            <a:ext cx="6876642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143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3" name="Freeform: Shape 14"/>
          <p:cNvSpPr/>
          <p:nvPr/>
        </p:nvSpPr>
        <p:spPr>
          <a:xfrm>
            <a:off x="-1" y="0"/>
            <a:ext cx="6876642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143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gradFill>
            <a:gsLst>
              <a:gs pos="1000">
                <a:srgbClr val="FFFFFF">
                  <a:alpha val="34000"/>
                </a:srgbClr>
              </a:gs>
              <a:gs pos="70000">
                <a:srgbClr val="FFFFFF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4" name="Divider Slide"/>
          <p:cNvSpPr txBox="1">
            <a:spLocks noGrp="1"/>
          </p:cNvSpPr>
          <p:nvPr>
            <p:ph type="title" hasCustomPrompt="1"/>
          </p:nvPr>
        </p:nvSpPr>
        <p:spPr>
          <a:xfrm>
            <a:off x="304800" y="4530292"/>
            <a:ext cx="5791200" cy="1156945"/>
          </a:xfrm>
          <a:prstGeom prst="rect">
            <a:avLst/>
          </a:prstGeom>
        </p:spPr>
        <p:txBody>
          <a:bodyPr lIns="0" tIns="0" rIns="0" bIns="0" anchor="b"/>
          <a:lstStyle>
            <a:lvl1pPr>
              <a:lnSpc>
                <a:spcPts val="4400"/>
              </a:lnSpc>
              <a:defRPr sz="4000" b="0" cap="all"/>
            </a:lvl1pPr>
          </a:lstStyle>
          <a:p>
            <a:r>
              <a:t>Divider Slide</a:t>
            </a:r>
          </a:p>
        </p:txBody>
      </p:sp>
      <p:sp>
        <p:nvSpPr>
          <p:cNvPr id="135" name="內文層級一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04800" y="5843616"/>
            <a:ext cx="5791200" cy="290484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0"/>
              </a:spcBef>
              <a:defRPr>
                <a:solidFill>
                  <a:srgbClr val="797979"/>
                </a:solidFill>
              </a:defRPr>
            </a:lvl1pPr>
            <a:lvl2pPr indent="342883">
              <a:spcBef>
                <a:spcPts val="0"/>
              </a:spcBef>
              <a:defRPr>
                <a:solidFill>
                  <a:srgbClr val="797979"/>
                </a:solidFill>
              </a:defRPr>
            </a:lvl2pPr>
            <a:lvl3pPr indent="685765">
              <a:spcBef>
                <a:spcPts val="0"/>
              </a:spcBef>
              <a:defRPr>
                <a:solidFill>
                  <a:srgbClr val="797979"/>
                </a:solidFill>
              </a:defRPr>
            </a:lvl3pPr>
            <a:lvl4pPr indent="1028649">
              <a:spcBef>
                <a:spcPts val="0"/>
              </a:spcBef>
              <a:defRPr>
                <a:solidFill>
                  <a:srgbClr val="797979"/>
                </a:solidFill>
              </a:defRPr>
            </a:lvl4pPr>
            <a:lvl5pPr indent="1371531">
              <a:spcBef>
                <a:spcPts val="0"/>
              </a:spcBef>
              <a:defRPr>
                <a:solidFill>
                  <a:srgbClr val="797979"/>
                </a:solidFill>
              </a:defRPr>
            </a:lvl5pPr>
          </a:lstStyle>
          <a:p>
            <a:r>
              <a:t>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6" name="Straight Connector 11"/>
          <p:cNvSpPr/>
          <p:nvPr/>
        </p:nvSpPr>
        <p:spPr>
          <a:xfrm flipH="1" flipV="1">
            <a:off x="3892613" y="-20747"/>
            <a:ext cx="3262567" cy="6878748"/>
          </a:xfrm>
          <a:prstGeom prst="line">
            <a:avLst/>
          </a:prstGeom>
          <a:ln w="44450">
            <a:solidFill>
              <a:srgbClr val="FFFFFF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137" name="圖片 17" descr="圖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8019" y="130957"/>
            <a:ext cx="2632530" cy="1029602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內文層級一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to add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6" name="Click to add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to add text</a:t>
            </a:r>
          </a:p>
        </p:txBody>
      </p:sp>
      <p:sp>
        <p:nvSpPr>
          <p:cNvPr id="147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lick to add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to add text</a:t>
            </a:r>
          </a:p>
        </p:txBody>
      </p:sp>
      <p:sp>
        <p:nvSpPr>
          <p:cNvPr id="155" name="內文層級一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838200" y="1696565"/>
            <a:ext cx="5121275" cy="4447000"/>
          </a:xfrm>
          <a:prstGeom prst="rect">
            <a:avLst/>
          </a:prstGeom>
        </p:spPr>
        <p:txBody>
          <a:bodyPr/>
          <a:lstStyle/>
          <a:p>
            <a:r>
              <a:t>Click to add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56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內文層級一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to add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64" name="Click to add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to add text</a:t>
            </a:r>
          </a:p>
        </p:txBody>
      </p:sp>
      <p:sp>
        <p:nvSpPr>
          <p:cNvPr id="165" name="文字版面配置區 3"/>
          <p:cNvSpPr>
            <a:spLocks noGrp="1"/>
          </p:cNvSpPr>
          <p:nvPr>
            <p:ph type="body" sz="quarter" idx="21" hasCustomPrompt="1"/>
          </p:nvPr>
        </p:nvSpPr>
        <p:spPr>
          <a:xfrm>
            <a:off x="850899" y="1180166"/>
            <a:ext cx="10515601" cy="309563"/>
          </a:xfrm>
          <a:prstGeom prst="rect">
            <a:avLst/>
          </a:prstGeom>
        </p:spPr>
        <p:txBody>
          <a:bodyPr anchor="ctr"/>
          <a:lstStyle>
            <a:lvl1pPr defTabSz="905255">
              <a:spcBef>
                <a:spcPts val="500"/>
              </a:spcBef>
              <a:defRPr sz="1782">
                <a:solidFill>
                  <a:schemeClr val="accent1"/>
                </a:solidFill>
              </a:defRPr>
            </a:lvl1pPr>
          </a:lstStyle>
          <a:p>
            <a:r>
              <a:t>Click to add text</a:t>
            </a:r>
          </a:p>
        </p:txBody>
      </p:sp>
      <p:sp>
        <p:nvSpPr>
          <p:cNvPr id="166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mplat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Click to add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to add text</a:t>
            </a:r>
          </a:p>
        </p:txBody>
      </p:sp>
      <p:sp>
        <p:nvSpPr>
          <p:cNvPr id="174" name="內文層級一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8199" y="1180166"/>
            <a:ext cx="10528301" cy="309563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  <a:lvl2pPr indent="457200">
              <a:defRPr>
                <a:solidFill>
                  <a:schemeClr val="accent1"/>
                </a:solidFill>
              </a:defRPr>
            </a:lvl2pPr>
            <a:lvl3pPr indent="914400">
              <a:defRPr>
                <a:solidFill>
                  <a:schemeClr val="accent1"/>
                </a:solidFill>
              </a:defRPr>
            </a:lvl3pPr>
            <a:lvl4pPr indent="1371600">
              <a:defRPr>
                <a:solidFill>
                  <a:schemeClr val="accent1"/>
                </a:solidFill>
              </a:defRPr>
            </a:lvl4pPr>
            <a:lvl5pPr indent="1828800">
              <a:defRPr>
                <a:solidFill>
                  <a:schemeClr val="accent1"/>
                </a:solidFill>
              </a:defRPr>
            </a:lvl5pPr>
          </a:lstStyle>
          <a:p>
            <a:r>
              <a:t>Click to add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75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4"/>
          <p:cNvSpPr/>
          <p:nvPr/>
        </p:nvSpPr>
        <p:spPr>
          <a:xfrm>
            <a:off x="-1" y="-1"/>
            <a:ext cx="12192002" cy="68580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0" name="Freeform: Shape 38"/>
          <p:cNvSpPr/>
          <p:nvPr/>
        </p:nvSpPr>
        <p:spPr>
          <a:xfrm>
            <a:off x="0" y="2892245"/>
            <a:ext cx="12192001" cy="39657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5" y="0"/>
                </a:lnTo>
                <a:lnTo>
                  <a:pt x="5" y="1271"/>
                </a:lnTo>
                <a:lnTo>
                  <a:pt x="5" y="1271"/>
                </a:lnTo>
                <a:lnTo>
                  <a:pt x="10803" y="12551"/>
                </a:lnTo>
                <a:lnTo>
                  <a:pt x="21600" y="1271"/>
                </a:lnTo>
                <a:lnTo>
                  <a:pt x="21600" y="1271"/>
                </a:lnTo>
                <a:lnTo>
                  <a:pt x="21600" y="0"/>
                </a:ln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91" name="Picture 21" descr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031" y="5510755"/>
            <a:ext cx="3725939" cy="961237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Freeform: Shape 24"/>
          <p:cNvSpPr/>
          <p:nvPr/>
        </p:nvSpPr>
        <p:spPr>
          <a:xfrm flipV="1">
            <a:off x="1522" y="0"/>
            <a:ext cx="12188953" cy="5007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21600"/>
                </a:lnTo>
                <a:lnTo>
                  <a:pt x="21600" y="8934"/>
                </a:lnTo>
                <a:lnTo>
                  <a:pt x="21600" y="8934"/>
                </a:lnTo>
                <a:lnTo>
                  <a:pt x="10800" y="0"/>
                </a:lnTo>
                <a:lnTo>
                  <a:pt x="0" y="8934"/>
                </a:lnTo>
                <a:lnTo>
                  <a:pt x="0" y="8934"/>
                </a:lnTo>
                <a:lnTo>
                  <a:pt x="0" y="21600"/>
                </a:lnTo>
                <a:close/>
              </a:path>
            </a:pathLst>
          </a:custGeom>
          <a:gradFill>
            <a:gsLst>
              <a:gs pos="16000">
                <a:srgbClr val="2B3234"/>
              </a:gs>
              <a:gs pos="100000">
                <a:srgbClr val="00689C">
                  <a:alpha val="86000"/>
                </a:srgbClr>
              </a:gs>
            </a:gsLst>
            <a:lin ang="189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3" name="CONCLUSION"/>
          <p:cNvSpPr txBox="1">
            <a:spLocks noGrp="1"/>
          </p:cNvSpPr>
          <p:nvPr>
            <p:ph type="title" hasCustomPrompt="1"/>
          </p:nvPr>
        </p:nvSpPr>
        <p:spPr>
          <a:xfrm>
            <a:off x="2173432" y="822119"/>
            <a:ext cx="7845136" cy="1156945"/>
          </a:xfrm>
          <a:prstGeom prst="rect">
            <a:avLst/>
          </a:prstGeom>
        </p:spPr>
        <p:txBody>
          <a:bodyPr lIns="0" tIns="0" rIns="0" bIns="0" anchor="b"/>
          <a:lstStyle>
            <a:lvl1pPr algn="ctr">
              <a:lnSpc>
                <a:spcPts val="4400"/>
              </a:lnSpc>
              <a:defRPr sz="5400" b="0" cap="all">
                <a:solidFill>
                  <a:srgbClr val="FFFFFF"/>
                </a:solidFill>
              </a:defRPr>
            </a:lvl1pPr>
          </a:lstStyle>
          <a:p>
            <a:r>
              <a:t>CONCLUSION</a:t>
            </a:r>
          </a:p>
        </p:txBody>
      </p:sp>
      <p:sp>
        <p:nvSpPr>
          <p:cNvPr id="194" name="內文層級一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173432" y="2716818"/>
            <a:ext cx="7845136" cy="430888"/>
          </a:xfrm>
          <a:prstGeom prst="rect">
            <a:avLst/>
          </a:prstGeom>
        </p:spPr>
        <p:txBody>
          <a:bodyPr lIns="0" tIns="0" rIns="0" bIns="0"/>
          <a:lstStyle>
            <a:lvl1pPr algn="ctr">
              <a:spcBef>
                <a:spcPts val="0"/>
              </a:spcBef>
              <a:defRPr sz="2800">
                <a:solidFill>
                  <a:srgbClr val="FFFFFF"/>
                </a:solidFill>
              </a:defRPr>
            </a:lvl1pPr>
            <a:lvl2pPr indent="342883" algn="ctr">
              <a:spcBef>
                <a:spcPts val="0"/>
              </a:spcBef>
              <a:defRPr sz="2800">
                <a:solidFill>
                  <a:srgbClr val="FFFFFF"/>
                </a:solidFill>
              </a:defRPr>
            </a:lvl2pPr>
            <a:lvl3pPr indent="685765" algn="ctr">
              <a:spcBef>
                <a:spcPts val="0"/>
              </a:spcBef>
              <a:defRPr sz="2800">
                <a:solidFill>
                  <a:srgbClr val="FFFFFF"/>
                </a:solidFill>
              </a:defRPr>
            </a:lvl3pPr>
            <a:lvl4pPr indent="1028649" algn="ctr">
              <a:spcBef>
                <a:spcPts val="0"/>
              </a:spcBef>
              <a:defRPr sz="2800">
                <a:solidFill>
                  <a:srgbClr val="FFFFFF"/>
                </a:solidFill>
              </a:defRPr>
            </a:lvl4pPr>
            <a:lvl5pPr indent="1371531" algn="ctr">
              <a:spcBef>
                <a:spcPts val="0"/>
              </a:spcBef>
              <a:defRPr sz="2800">
                <a:solidFill>
                  <a:srgbClr val="FFFFFF"/>
                </a:solidFill>
              </a:defRPr>
            </a:lvl5pPr>
          </a:lstStyle>
          <a:p>
            <a:r>
              <a:t>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95" name="Straight Connector 18"/>
          <p:cNvSpPr/>
          <p:nvPr/>
        </p:nvSpPr>
        <p:spPr>
          <a:xfrm flipH="1">
            <a:off x="5704115" y="2347940"/>
            <a:ext cx="783772" cy="1"/>
          </a:xfrm>
          <a:prstGeom prst="line">
            <a:avLst/>
          </a:prstGeom>
          <a:ln w="63500">
            <a:solidFill>
              <a:schemeClr val="accent1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96" name="Straight Connector 19"/>
          <p:cNvSpPr/>
          <p:nvPr/>
        </p:nvSpPr>
        <p:spPr>
          <a:xfrm flipH="1" flipV="1">
            <a:off x="-1" y="2526682"/>
            <a:ext cx="2318089" cy="787354"/>
          </a:xfrm>
          <a:prstGeom prst="line">
            <a:avLst/>
          </a:prstGeom>
          <a:ln w="12700">
            <a:solidFill>
              <a:schemeClr val="accent1"/>
            </a:solidFill>
            <a:headEnd type="oval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97" name="Straight Connector 20"/>
          <p:cNvSpPr/>
          <p:nvPr/>
        </p:nvSpPr>
        <p:spPr>
          <a:xfrm>
            <a:off x="3049" y="2327478"/>
            <a:ext cx="3172290" cy="1077489"/>
          </a:xfrm>
          <a:prstGeom prst="line">
            <a:avLst/>
          </a:prstGeom>
          <a:ln w="12700">
            <a:solidFill>
              <a:schemeClr val="accent1"/>
            </a:solidFill>
            <a:tailEnd type="oval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98" name="Freeform: Shape 41"/>
          <p:cNvSpPr/>
          <p:nvPr/>
        </p:nvSpPr>
        <p:spPr>
          <a:xfrm>
            <a:off x="3047" y="2734881"/>
            <a:ext cx="12188953" cy="24618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21600" y="0"/>
                </a:lnTo>
                <a:lnTo>
                  <a:pt x="10800" y="18172"/>
                </a:lnTo>
                <a:lnTo>
                  <a:pt x="0" y="0"/>
                </a:lnTo>
                <a:lnTo>
                  <a:pt x="0" y="0"/>
                </a:lnTo>
                <a:lnTo>
                  <a:pt x="0" y="3428"/>
                </a:lnTo>
                <a:lnTo>
                  <a:pt x="0" y="3428"/>
                </a:lnTo>
                <a:lnTo>
                  <a:pt x="10800" y="21600"/>
                </a:lnTo>
                <a:lnTo>
                  <a:pt x="21600" y="3428"/>
                </a:lnTo>
                <a:lnTo>
                  <a:pt x="21600" y="3428"/>
                </a:lnTo>
                <a:lnTo>
                  <a:pt x="21600" y="1677"/>
                </a:lnTo>
                <a:close/>
              </a:path>
            </a:pathLst>
          </a:custGeom>
          <a:gradFill>
            <a:gsLst>
              <a:gs pos="1000">
                <a:schemeClr val="accent1"/>
              </a:gs>
              <a:gs pos="100000">
                <a:srgbClr val="9D2529">
                  <a:alpha val="8400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9" name="Straight Connector 16"/>
          <p:cNvSpPr/>
          <p:nvPr/>
        </p:nvSpPr>
        <p:spPr>
          <a:xfrm flipV="1">
            <a:off x="9870863" y="2526682"/>
            <a:ext cx="2318089" cy="787354"/>
          </a:xfrm>
          <a:prstGeom prst="line">
            <a:avLst/>
          </a:prstGeom>
          <a:ln w="12700">
            <a:solidFill>
              <a:schemeClr val="accent1"/>
            </a:solidFill>
            <a:headEnd type="oval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00" name="Straight Connector 17"/>
          <p:cNvSpPr/>
          <p:nvPr/>
        </p:nvSpPr>
        <p:spPr>
          <a:xfrm flipH="1">
            <a:off x="9013612" y="2327478"/>
            <a:ext cx="3172290" cy="1077489"/>
          </a:xfrm>
          <a:prstGeom prst="line">
            <a:avLst/>
          </a:prstGeom>
          <a:ln w="12700">
            <a:solidFill>
              <a:schemeClr val="accent1"/>
            </a:solidFill>
            <a:tailEnd type="oval"/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201" name="圖片 22" descr="圖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160" y="5572237"/>
            <a:ext cx="2631676" cy="1029601"/>
          </a:xfrm>
          <a:prstGeom prst="rect">
            <a:avLst/>
          </a:prstGeom>
          <a:ln w="12700">
            <a:miter lim="400000"/>
          </a:ln>
        </p:spPr>
      </p:pic>
      <p:sp>
        <p:nvSpPr>
          <p:cNvPr id="202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文層級一…"/>
          <p:cNvSpPr txBox="1">
            <a:spLocks noGrp="1"/>
          </p:cNvSpPr>
          <p:nvPr>
            <p:ph type="body" idx="1" hasCustomPrompt="1"/>
          </p:nvPr>
        </p:nvSpPr>
        <p:spPr>
          <a:xfrm>
            <a:off x="838200" y="1696565"/>
            <a:ext cx="10528300" cy="444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Click to add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" name="矩形 15"/>
          <p:cNvSpPr txBox="1"/>
          <p:nvPr/>
        </p:nvSpPr>
        <p:spPr>
          <a:xfrm>
            <a:off x="883920" y="6400410"/>
            <a:ext cx="2410009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200" b="1">
                <a:solidFill>
                  <a:srgbClr val="E1251B"/>
                </a:solidFill>
              </a:defRPr>
            </a:pPr>
            <a:r>
              <a:t>ADLINK</a:t>
            </a:r>
            <a:r>
              <a:rPr b="0">
                <a:solidFill>
                  <a:srgbClr val="CF2A2E"/>
                </a:solidFill>
              </a:rPr>
              <a:t> </a:t>
            </a:r>
            <a:r>
              <a:rPr b="0">
                <a:solidFill>
                  <a:srgbClr val="8C8E8E"/>
                </a:solidFill>
              </a:rPr>
              <a:t>| Leading Edge AI Computing</a:t>
            </a:r>
          </a:p>
        </p:txBody>
      </p:sp>
      <p:sp>
        <p:nvSpPr>
          <p:cNvPr id="4" name="Click to add text"/>
          <p:cNvSpPr txBox="1">
            <a:spLocks noGrp="1"/>
          </p:cNvSpPr>
          <p:nvPr>
            <p:ph type="title" hasCustomPrompt="1"/>
          </p:nvPr>
        </p:nvSpPr>
        <p:spPr>
          <a:xfrm>
            <a:off x="838199" y="579325"/>
            <a:ext cx="10515601" cy="5555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Click to add text</a:t>
            </a:r>
          </a:p>
        </p:txBody>
      </p:sp>
      <p:sp>
        <p:nvSpPr>
          <p:cNvPr id="5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B8D8D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797979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797979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797979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797979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797979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797979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797979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797979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797979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2B3234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2B3234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18287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2B3234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36576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2B3234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54863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2B3234"/>
          </a:solidFill>
          <a:uFillTx/>
          <a:latin typeface="Calibri"/>
          <a:ea typeface="Calibri"/>
          <a:cs typeface="Calibri"/>
          <a:sym typeface="Calibri"/>
        </a:defRPr>
      </a:lvl5pPr>
      <a:lvl6pPr marL="2514600" marR="0" indent="-2286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tabLst/>
        <a:defRPr sz="1800" b="0" i="0" u="none" strike="noStrike" cap="none" spc="0" baseline="0">
          <a:solidFill>
            <a:srgbClr val="2B3234"/>
          </a:solidFill>
          <a:uFillTx/>
          <a:latin typeface="Calibri"/>
          <a:ea typeface="Calibri"/>
          <a:cs typeface="Calibri"/>
          <a:sym typeface="Calibri"/>
        </a:defRPr>
      </a:lvl6pPr>
      <a:lvl7pPr marL="2971800" marR="0" indent="-2286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tabLst/>
        <a:defRPr sz="1800" b="0" i="0" u="none" strike="noStrike" cap="none" spc="0" baseline="0">
          <a:solidFill>
            <a:srgbClr val="2B3234"/>
          </a:solidFill>
          <a:uFillTx/>
          <a:latin typeface="Calibri"/>
          <a:ea typeface="Calibri"/>
          <a:cs typeface="Calibri"/>
          <a:sym typeface="Calibri"/>
        </a:defRPr>
      </a:lvl7pPr>
      <a:lvl8pPr marL="3429000" marR="0" indent="-2286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tabLst/>
        <a:defRPr sz="1800" b="0" i="0" u="none" strike="noStrike" cap="none" spc="0" baseline="0">
          <a:solidFill>
            <a:srgbClr val="2B3234"/>
          </a:solidFill>
          <a:uFillTx/>
          <a:latin typeface="Calibri"/>
          <a:ea typeface="Calibri"/>
          <a:cs typeface="Calibri"/>
          <a:sym typeface="Calibri"/>
        </a:defRPr>
      </a:lvl8pPr>
      <a:lvl9pPr marL="3886200" marR="0" indent="-2286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tabLst/>
        <a:defRPr sz="1800" b="0" i="0" u="none" strike="noStrike" cap="none" spc="0" baseline="0">
          <a:solidFill>
            <a:srgbClr val="2B3234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ubtitle 4"/>
          <p:cNvSpPr txBox="1">
            <a:spLocks noGrp="1"/>
          </p:cNvSpPr>
          <p:nvPr>
            <p:ph type="subTitle" sz="quarter" idx="1"/>
          </p:nvPr>
        </p:nvSpPr>
        <p:spPr>
          <a:xfrm>
            <a:off x="422291" y="5349623"/>
            <a:ext cx="5254172" cy="2904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t>PEC-SED | Andy PK Yang</a:t>
            </a:r>
          </a:p>
        </p:txBody>
      </p:sp>
      <p:sp>
        <p:nvSpPr>
          <p:cNvPr id="213" name="PLM_申請料號_Agent…"/>
          <p:cNvSpPr txBox="1"/>
          <p:nvPr/>
        </p:nvSpPr>
        <p:spPr>
          <a:xfrm>
            <a:off x="-306498" y="2828835"/>
            <a:ext cx="5052061" cy="1200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3000">
                <a:solidFill>
                  <a:srgbClr val="757575"/>
                </a:solidFill>
              </a:defRPr>
            </a:pPr>
            <a:r>
              <a:rPr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PLM</a:t>
            </a:r>
            <a:r>
              <a:rPr lang="zh-TW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 </a:t>
            </a:r>
            <a:r>
              <a:rPr lang="en-US" altLang="zh-TW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AI</a:t>
            </a:r>
            <a:r>
              <a:rPr lang="zh-TW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 </a:t>
            </a:r>
            <a:r>
              <a:rPr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Agent</a:t>
            </a:r>
          </a:p>
          <a:p>
            <a:pPr algn="ctr">
              <a:defRPr sz="3000">
                <a:solidFill>
                  <a:srgbClr val="757575"/>
                </a:solidFill>
              </a:defRPr>
            </a:pPr>
            <a:r>
              <a:rPr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72" panose="020B0503030000000003" pitchFamily="34" charset="0"/>
                <a:ea typeface="微軟正黑體"/>
                <a:cs typeface="72" panose="020B0503030000000003" pitchFamily="34" charset="0"/>
                <a:sym typeface="微軟正黑體"/>
              </a:rPr>
              <a:t>自動化流程</a:t>
            </a:r>
            <a:endParaRPr sz="3600" dirty="0">
              <a:solidFill>
                <a:schemeClr val="tx1">
                  <a:lumMod val="75000"/>
                  <a:lumOff val="25000"/>
                </a:schemeClr>
              </a:solidFill>
              <a:latin typeface="72" panose="020B0503030000000003" pitchFamily="34" charset="0"/>
              <a:ea typeface="微軟正黑體"/>
              <a:cs typeface="72" panose="020B0503030000000003" pitchFamily="34" charset="0"/>
              <a:sym typeface="微軟正黑體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Content Placeholder 13"/>
          <p:cNvSpPr txBox="1">
            <a:spLocks noGrp="1"/>
          </p:cNvSpPr>
          <p:nvPr>
            <p:ph type="body" idx="1"/>
          </p:nvPr>
        </p:nvSpPr>
        <p:spPr>
          <a:xfrm>
            <a:off x="838200" y="1696565"/>
            <a:ext cx="10528300" cy="4447000"/>
          </a:xfrm>
          <a:prstGeom prst="rect">
            <a:avLst/>
          </a:prstGeom>
        </p:spPr>
        <p:txBody>
          <a:bodyPr/>
          <a:lstStyle>
            <a:lvl1pPr>
              <a:defRPr sz="100">
                <a:solidFill>
                  <a:srgbClr val="FFFFFF"/>
                </a:solidFill>
              </a:defRPr>
            </a:lvl1pPr>
          </a:lstStyle>
          <a:p>
            <a:r>
              <a:t>.</a:t>
            </a:r>
          </a:p>
        </p:txBody>
      </p:sp>
      <p:sp>
        <p:nvSpPr>
          <p:cNvPr id="218" name="Title 11"/>
          <p:cNvSpPr txBox="1">
            <a:spLocks noGrp="1"/>
          </p:cNvSpPr>
          <p:nvPr>
            <p:ph type="title"/>
          </p:nvPr>
        </p:nvSpPr>
        <p:spPr>
          <a:xfrm>
            <a:off x="838199" y="579324"/>
            <a:ext cx="10515601" cy="555539"/>
          </a:xfrm>
          <a:prstGeom prst="rect">
            <a:avLst/>
          </a:prstGeom>
        </p:spPr>
        <p:txBody>
          <a:bodyPr/>
          <a:lstStyle>
            <a:lvl1pPr defTabSz="877823">
              <a:defRPr sz="2688"/>
            </a:lvl1pPr>
          </a:lstStyle>
          <a:p>
            <a:r>
              <a:t>PLM 料號申請自動化流程</a:t>
            </a:r>
          </a:p>
        </p:txBody>
      </p:sp>
      <p:sp>
        <p:nvSpPr>
          <p:cNvPr id="219" name="文字版面配置區 2"/>
          <p:cNvSpPr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defTabSz="640079">
              <a:spcBef>
                <a:spcPts val="400"/>
              </a:spcBef>
              <a:defRPr sz="1260"/>
            </a:lvl1pPr>
          </a:lstStyle>
          <a:p>
            <a:r>
              <a:t>從 Excel 到 PLM 草稿，讓 Agent 做重複操作，人保留判斷。</a:t>
            </a:r>
          </a:p>
        </p:txBody>
      </p:sp>
      <p:sp>
        <p:nvSpPr>
          <p:cNvPr id="220" name="圓角矩形"/>
          <p:cNvSpPr/>
          <p:nvPr/>
        </p:nvSpPr>
        <p:spPr>
          <a:xfrm>
            <a:off x="933450" y="1952625"/>
            <a:ext cx="240030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>
            <a:solidFill>
              <a:srgbClr val="D5D8DC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1" name="矩形"/>
          <p:cNvSpPr/>
          <p:nvPr/>
        </p:nvSpPr>
        <p:spPr>
          <a:xfrm>
            <a:off x="933450" y="1952625"/>
            <a:ext cx="66675" cy="1390650"/>
          </a:xfrm>
          <a:prstGeom prst="rect">
            <a:avLst/>
          </a:prstGeom>
          <a:solidFill>
            <a:srgbClr val="E31B23"/>
          </a:solidFill>
          <a:ln w="3175">
            <a:solidFill>
              <a:srgbClr val="E31B23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2" name="痛點"/>
          <p:cNvSpPr txBox="1"/>
          <p:nvPr/>
        </p:nvSpPr>
        <p:spPr>
          <a:xfrm>
            <a:off x="1169669" y="2105025"/>
            <a:ext cx="1965962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E31B23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痛點</a:t>
            </a:r>
          </a:p>
        </p:txBody>
      </p:sp>
      <p:sp>
        <p:nvSpPr>
          <p:cNvPr id="223" name="重複複製、填欄位、上傳、建 Part / PN，耗時且易漏填。"/>
          <p:cNvSpPr txBox="1"/>
          <p:nvPr/>
        </p:nvSpPr>
        <p:spPr>
          <a:xfrm>
            <a:off x="1169669" y="2486025"/>
            <a:ext cx="1965962" cy="8136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33383D"/>
                </a:solidFill>
              </a:defRPr>
            </a:pP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重複複製、填欄位、上傳、建 </a:t>
            </a:r>
            <a:r>
              <a:t>Part / PN</a:t>
            </a: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，耗時且易漏填。</a:t>
            </a:r>
          </a:p>
        </p:txBody>
      </p:sp>
      <p:sp>
        <p:nvSpPr>
          <p:cNvPr id="224" name="圓角矩形"/>
          <p:cNvSpPr/>
          <p:nvPr/>
        </p:nvSpPr>
        <p:spPr>
          <a:xfrm>
            <a:off x="3600450" y="1952625"/>
            <a:ext cx="240030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>
            <a:solidFill>
              <a:srgbClr val="D5D8DC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5" name="矩形"/>
          <p:cNvSpPr/>
          <p:nvPr/>
        </p:nvSpPr>
        <p:spPr>
          <a:xfrm>
            <a:off x="3600450" y="1952625"/>
            <a:ext cx="66675" cy="1390650"/>
          </a:xfrm>
          <a:prstGeom prst="rect">
            <a:avLst/>
          </a:prstGeom>
          <a:solidFill>
            <a:srgbClr val="7A7F85"/>
          </a:solidFill>
          <a:ln w="3175">
            <a:solidFill>
              <a:srgbClr val="7A7F8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6" name="入口"/>
          <p:cNvSpPr txBox="1"/>
          <p:nvPr/>
        </p:nvSpPr>
        <p:spPr>
          <a:xfrm>
            <a:off x="3836669" y="2105025"/>
            <a:ext cx="1965962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7A7F85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入口</a:t>
            </a:r>
          </a:p>
        </p:txBody>
      </p:sp>
      <p:sp>
        <p:nvSpPr>
          <p:cNvPr id="227" name="HTML：範本、Excel / 附件、帳密與提交。"/>
          <p:cNvSpPr txBox="1"/>
          <p:nvPr/>
        </p:nvSpPr>
        <p:spPr>
          <a:xfrm>
            <a:off x="3836669" y="2486025"/>
            <a:ext cx="1965962" cy="5850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33383D"/>
                </a:solidFill>
              </a:defRPr>
            </a:pPr>
            <a:r>
              <a:t>HTML</a:t>
            </a: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：範本、</a:t>
            </a:r>
            <a:r>
              <a:t>Excel / </a:t>
            </a: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附件、帳密與提交。</a:t>
            </a:r>
          </a:p>
        </p:txBody>
      </p:sp>
      <p:sp>
        <p:nvSpPr>
          <p:cNvPr id="228" name="圓角矩形"/>
          <p:cNvSpPr/>
          <p:nvPr/>
        </p:nvSpPr>
        <p:spPr>
          <a:xfrm>
            <a:off x="6267450" y="1952625"/>
            <a:ext cx="240030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>
            <a:solidFill>
              <a:srgbClr val="D5D8DC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9" name="矩形"/>
          <p:cNvSpPr/>
          <p:nvPr/>
        </p:nvSpPr>
        <p:spPr>
          <a:xfrm>
            <a:off x="6267450" y="1952625"/>
            <a:ext cx="66675" cy="1390650"/>
          </a:xfrm>
          <a:prstGeom prst="rect">
            <a:avLst/>
          </a:prstGeom>
          <a:solidFill>
            <a:srgbClr val="E31B23"/>
          </a:solidFill>
          <a:ln w="3175">
            <a:solidFill>
              <a:srgbClr val="E31B23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30" name="執行"/>
          <p:cNvSpPr txBox="1"/>
          <p:nvPr/>
        </p:nvSpPr>
        <p:spPr>
          <a:xfrm>
            <a:off x="6503669" y="2105025"/>
            <a:ext cx="1965962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E31B23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執行</a:t>
            </a:r>
          </a:p>
        </p:txBody>
      </p:sp>
      <p:sp>
        <p:nvSpPr>
          <p:cNvPr id="231" name="本機 Agent：登入 PLM、填寫、上傳、建 PN、Save。"/>
          <p:cNvSpPr txBox="1"/>
          <p:nvPr/>
        </p:nvSpPr>
        <p:spPr>
          <a:xfrm>
            <a:off x="6503669" y="2486025"/>
            <a:ext cx="1965962" cy="850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33383D"/>
                </a:solidFill>
              </a:defRPr>
            </a:pP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本機 </a:t>
            </a:r>
            <a:r>
              <a:t>Agent</a:t>
            </a: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：登入 </a:t>
            </a:r>
            <a:r>
              <a:t>PLM</a:t>
            </a: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、填寫、上傳、建 </a:t>
            </a:r>
            <a:r>
              <a:t>PN</a:t>
            </a: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、</a:t>
            </a:r>
            <a:r>
              <a:t>Save</a:t>
            </a: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。</a:t>
            </a:r>
          </a:p>
        </p:txBody>
      </p:sp>
      <p:sp>
        <p:nvSpPr>
          <p:cNvPr id="232" name="圓角矩形"/>
          <p:cNvSpPr/>
          <p:nvPr/>
        </p:nvSpPr>
        <p:spPr>
          <a:xfrm>
            <a:off x="8934450" y="1952625"/>
            <a:ext cx="240030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>
            <a:solidFill>
              <a:srgbClr val="D5D8DC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33" name="矩形"/>
          <p:cNvSpPr/>
          <p:nvPr/>
        </p:nvSpPr>
        <p:spPr>
          <a:xfrm>
            <a:off x="8934450" y="1952625"/>
            <a:ext cx="66675" cy="1390650"/>
          </a:xfrm>
          <a:prstGeom prst="rect">
            <a:avLst/>
          </a:prstGeom>
          <a:solidFill>
            <a:srgbClr val="7A7F85"/>
          </a:solidFill>
          <a:ln w="3175">
            <a:solidFill>
              <a:srgbClr val="7A7F8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34" name="控管"/>
          <p:cNvSpPr txBox="1"/>
          <p:nvPr/>
        </p:nvSpPr>
        <p:spPr>
          <a:xfrm>
            <a:off x="9170669" y="2105025"/>
            <a:ext cx="1965962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7A7F85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控管</a:t>
            </a:r>
          </a:p>
        </p:txBody>
      </p:sp>
      <p:sp>
        <p:nvSpPr>
          <p:cNvPr id="235" name="先驗證；送簽、核准、狀態變更仍由人確認。"/>
          <p:cNvSpPr txBox="1"/>
          <p:nvPr/>
        </p:nvSpPr>
        <p:spPr>
          <a:xfrm>
            <a:off x="9170669" y="2486025"/>
            <a:ext cx="1965962" cy="548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383D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先驗證；送簽、核准、狀態變更仍由人確認。</a:t>
            </a:r>
          </a:p>
        </p:txBody>
      </p:sp>
      <p:sp>
        <p:nvSpPr>
          <p:cNvPr id="236" name="圓形"/>
          <p:cNvSpPr/>
          <p:nvPr/>
        </p:nvSpPr>
        <p:spPr>
          <a:xfrm>
            <a:off x="1952625" y="4095750"/>
            <a:ext cx="400050" cy="400050"/>
          </a:xfrm>
          <a:prstGeom prst="ellipse">
            <a:avLst/>
          </a:prstGeom>
          <a:solidFill>
            <a:srgbClr val="E31B23"/>
          </a:solidFill>
          <a:ln w="3175">
            <a:solidFill>
              <a:srgbClr val="E31B23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37" name="1"/>
          <p:cNvSpPr txBox="1"/>
          <p:nvPr/>
        </p:nvSpPr>
        <p:spPr>
          <a:xfrm>
            <a:off x="1998344" y="4152900"/>
            <a:ext cx="3086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 b="1">
                <a:solidFill>
                  <a:srgbClr val="FFFFFF"/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238" name="Excel 範本"/>
          <p:cNvSpPr txBox="1"/>
          <p:nvPr/>
        </p:nvSpPr>
        <p:spPr>
          <a:xfrm>
            <a:off x="1617344" y="4591050"/>
            <a:ext cx="1070612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solidFill>
                  <a:srgbClr val="33383D"/>
                </a:solidFill>
              </a:defRPr>
            </a:pPr>
            <a:r>
              <a:t>Excel </a:t>
            </a: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範本</a:t>
            </a:r>
          </a:p>
        </p:txBody>
      </p:sp>
      <p:sp>
        <p:nvSpPr>
          <p:cNvPr id="239" name="箭頭"/>
          <p:cNvSpPr/>
          <p:nvPr/>
        </p:nvSpPr>
        <p:spPr>
          <a:xfrm>
            <a:off x="2381250" y="4248150"/>
            <a:ext cx="1162050" cy="114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5D8DC"/>
          </a:solidFill>
          <a:ln w="3175">
            <a:solidFill>
              <a:srgbClr val="D5D8DC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40" name="圓形"/>
          <p:cNvSpPr/>
          <p:nvPr/>
        </p:nvSpPr>
        <p:spPr>
          <a:xfrm>
            <a:off x="3762375" y="4095750"/>
            <a:ext cx="400050" cy="400050"/>
          </a:xfrm>
          <a:prstGeom prst="ellipse">
            <a:avLst/>
          </a:prstGeom>
          <a:solidFill>
            <a:srgbClr val="E31B23"/>
          </a:solidFill>
          <a:ln w="3175">
            <a:solidFill>
              <a:srgbClr val="E31B23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41" name="2"/>
          <p:cNvSpPr txBox="1"/>
          <p:nvPr/>
        </p:nvSpPr>
        <p:spPr>
          <a:xfrm>
            <a:off x="3808094" y="4152900"/>
            <a:ext cx="3086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 b="1">
                <a:solidFill>
                  <a:srgbClr val="FFFFFF"/>
                </a:solidFill>
              </a:defRPr>
            </a:lvl1pPr>
          </a:lstStyle>
          <a:p>
            <a:r>
              <a:t>2</a:t>
            </a:r>
          </a:p>
        </p:txBody>
      </p:sp>
      <p:sp>
        <p:nvSpPr>
          <p:cNvPr id="242" name="資料驗證"/>
          <p:cNvSpPr txBox="1"/>
          <p:nvPr/>
        </p:nvSpPr>
        <p:spPr>
          <a:xfrm>
            <a:off x="3427094" y="4591050"/>
            <a:ext cx="1070612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33383D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資料驗證</a:t>
            </a:r>
          </a:p>
        </p:txBody>
      </p:sp>
      <p:sp>
        <p:nvSpPr>
          <p:cNvPr id="243" name="箭頭"/>
          <p:cNvSpPr/>
          <p:nvPr/>
        </p:nvSpPr>
        <p:spPr>
          <a:xfrm>
            <a:off x="4191000" y="4248150"/>
            <a:ext cx="1162050" cy="114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5D8DC"/>
          </a:solidFill>
          <a:ln w="3175">
            <a:solidFill>
              <a:srgbClr val="D5D8DC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44" name="圓形"/>
          <p:cNvSpPr/>
          <p:nvPr/>
        </p:nvSpPr>
        <p:spPr>
          <a:xfrm>
            <a:off x="5572125" y="4095750"/>
            <a:ext cx="400050" cy="400050"/>
          </a:xfrm>
          <a:prstGeom prst="ellipse">
            <a:avLst/>
          </a:prstGeom>
          <a:solidFill>
            <a:srgbClr val="E31B23"/>
          </a:solidFill>
          <a:ln w="3175">
            <a:solidFill>
              <a:srgbClr val="E31B23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45" name="3"/>
          <p:cNvSpPr txBox="1"/>
          <p:nvPr/>
        </p:nvSpPr>
        <p:spPr>
          <a:xfrm>
            <a:off x="5617844" y="4152900"/>
            <a:ext cx="3086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 b="1">
                <a:solidFill>
                  <a:srgbClr val="FFFFFF"/>
                </a:solidFill>
              </a:defRPr>
            </a:lvl1pPr>
          </a:lstStyle>
          <a:p>
            <a:r>
              <a:t>3</a:t>
            </a:r>
          </a:p>
        </p:txBody>
      </p:sp>
      <p:sp>
        <p:nvSpPr>
          <p:cNvPr id="246" name="建立案件"/>
          <p:cNvSpPr txBox="1"/>
          <p:nvPr/>
        </p:nvSpPr>
        <p:spPr>
          <a:xfrm>
            <a:off x="5236844" y="4591050"/>
            <a:ext cx="1070612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33383D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建立案件</a:t>
            </a:r>
          </a:p>
        </p:txBody>
      </p:sp>
      <p:sp>
        <p:nvSpPr>
          <p:cNvPr id="247" name="箭頭"/>
          <p:cNvSpPr/>
          <p:nvPr/>
        </p:nvSpPr>
        <p:spPr>
          <a:xfrm>
            <a:off x="6000750" y="4248150"/>
            <a:ext cx="1162050" cy="114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5D8DC"/>
          </a:solidFill>
          <a:ln w="3175">
            <a:solidFill>
              <a:srgbClr val="D5D8DC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48" name="圓形"/>
          <p:cNvSpPr/>
          <p:nvPr/>
        </p:nvSpPr>
        <p:spPr>
          <a:xfrm>
            <a:off x="7381875" y="4095750"/>
            <a:ext cx="400050" cy="400050"/>
          </a:xfrm>
          <a:prstGeom prst="ellipse">
            <a:avLst/>
          </a:prstGeom>
          <a:solidFill>
            <a:srgbClr val="E31B23"/>
          </a:solidFill>
          <a:ln w="3175">
            <a:solidFill>
              <a:srgbClr val="E31B23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49" name="4"/>
          <p:cNvSpPr txBox="1"/>
          <p:nvPr/>
        </p:nvSpPr>
        <p:spPr>
          <a:xfrm>
            <a:off x="7427594" y="4152900"/>
            <a:ext cx="3086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 b="1">
                <a:solidFill>
                  <a:srgbClr val="FFFFFF"/>
                </a:solidFill>
              </a:defRPr>
            </a:lvl1pPr>
          </a:lstStyle>
          <a:p>
            <a:r>
              <a:t>4</a:t>
            </a:r>
          </a:p>
        </p:txBody>
      </p:sp>
      <p:sp>
        <p:nvSpPr>
          <p:cNvPr id="250" name="Agent 執行"/>
          <p:cNvSpPr txBox="1"/>
          <p:nvPr/>
        </p:nvSpPr>
        <p:spPr>
          <a:xfrm>
            <a:off x="7046594" y="4591050"/>
            <a:ext cx="1070612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solidFill>
                  <a:srgbClr val="33383D"/>
                </a:solidFill>
              </a:defRPr>
            </a:pPr>
            <a:r>
              <a:t>Agent </a:t>
            </a: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執行</a:t>
            </a:r>
          </a:p>
        </p:txBody>
      </p:sp>
      <p:sp>
        <p:nvSpPr>
          <p:cNvPr id="251" name="箭頭"/>
          <p:cNvSpPr/>
          <p:nvPr/>
        </p:nvSpPr>
        <p:spPr>
          <a:xfrm>
            <a:off x="7810500" y="4248150"/>
            <a:ext cx="1162050" cy="114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5D8DC"/>
          </a:solidFill>
          <a:ln w="3175">
            <a:solidFill>
              <a:srgbClr val="D5D8DC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2" name="圓形"/>
          <p:cNvSpPr/>
          <p:nvPr/>
        </p:nvSpPr>
        <p:spPr>
          <a:xfrm>
            <a:off x="9191625" y="4095750"/>
            <a:ext cx="400050" cy="400050"/>
          </a:xfrm>
          <a:prstGeom prst="ellipse">
            <a:avLst/>
          </a:prstGeom>
          <a:solidFill>
            <a:srgbClr val="E31B23"/>
          </a:solidFill>
          <a:ln w="3175">
            <a:solidFill>
              <a:srgbClr val="E31B23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3" name="5"/>
          <p:cNvSpPr txBox="1"/>
          <p:nvPr/>
        </p:nvSpPr>
        <p:spPr>
          <a:xfrm>
            <a:off x="9237344" y="4152900"/>
            <a:ext cx="3086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 b="1">
                <a:solidFill>
                  <a:srgbClr val="FFFFFF"/>
                </a:solidFill>
              </a:defRPr>
            </a:lvl1pPr>
          </a:lstStyle>
          <a:p>
            <a:r>
              <a:t>5</a:t>
            </a:r>
          </a:p>
        </p:txBody>
      </p:sp>
      <p:sp>
        <p:nvSpPr>
          <p:cNvPr id="254" name="人工確認"/>
          <p:cNvSpPr txBox="1"/>
          <p:nvPr/>
        </p:nvSpPr>
        <p:spPr>
          <a:xfrm>
            <a:off x="8856344" y="4591050"/>
            <a:ext cx="1070612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33383D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人工確認</a:t>
            </a:r>
          </a:p>
        </p:txBody>
      </p:sp>
      <p:sp>
        <p:nvSpPr>
          <p:cNvPr id="255" name="核心原則：讓 Agent 做苦工，讓人做判斷。"/>
          <p:cNvSpPr txBox="1"/>
          <p:nvPr/>
        </p:nvSpPr>
        <p:spPr>
          <a:xfrm>
            <a:off x="2807969" y="5619750"/>
            <a:ext cx="6576062" cy="42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900" b="1">
                <a:solidFill>
                  <a:srgbClr val="0433FF"/>
                </a:solidFill>
              </a:defRPr>
            </a:pP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核心原則：讓 </a:t>
            </a:r>
            <a:r>
              <a:t>Agent </a:t>
            </a: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做苦工，讓人做判斷。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Content Placeholder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00">
                <a:solidFill>
                  <a:srgbClr val="FFFFFF"/>
                </a:solidFill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320" name="Title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77823">
              <a:defRPr sz="2688"/>
            </a:lvl1pPr>
          </a:lstStyle>
          <a:p>
            <a:r>
              <a:rPr dirty="0"/>
              <a:t>PLM </a:t>
            </a:r>
            <a:r>
              <a:rPr dirty="0" err="1"/>
              <a:t>表單催簽流程</a:t>
            </a:r>
            <a:endParaRPr dirty="0"/>
          </a:p>
        </p:txBody>
      </p:sp>
      <p:sp>
        <p:nvSpPr>
          <p:cNvPr id="321" name="文字版面配置區 2"/>
          <p:cNvSpPr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defTabSz="640079">
              <a:spcBef>
                <a:spcPts val="400"/>
              </a:spcBef>
              <a:defRPr sz="1260"/>
            </a:lvl1pPr>
          </a:lstStyle>
          <a:p>
            <a:r>
              <a:rPr dirty="0" err="1"/>
              <a:t>從</a:t>
            </a:r>
            <a:r>
              <a:rPr lang="en-US" altLang="zh-TW" dirty="0" err="1"/>
              <a:t>PLM</a:t>
            </a:r>
            <a:r>
              <a:rPr dirty="0" err="1"/>
              <a:t>單號到</a:t>
            </a:r>
            <a:r>
              <a:rPr dirty="0"/>
              <a:t> Teams </a:t>
            </a:r>
            <a:r>
              <a:rPr dirty="0" err="1"/>
              <a:t>催簽，讓</a:t>
            </a:r>
            <a:r>
              <a:rPr dirty="0"/>
              <a:t> Agent </a:t>
            </a:r>
            <a:r>
              <a:rPr lang="zh-TW" altLang="en-US" dirty="0"/>
              <a:t>自動</a:t>
            </a:r>
            <a:r>
              <a:rPr dirty="0" err="1"/>
              <a:t>找人</a:t>
            </a:r>
            <a:r>
              <a:rPr dirty="0"/>
              <a:t>。</a:t>
            </a:r>
          </a:p>
        </p:txBody>
      </p:sp>
      <p:sp>
        <p:nvSpPr>
          <p:cNvPr id="322" name="圓角矩形"/>
          <p:cNvSpPr/>
          <p:nvPr/>
        </p:nvSpPr>
        <p:spPr>
          <a:xfrm>
            <a:off x="933450" y="1952625"/>
            <a:ext cx="240030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>
            <a:solidFill>
              <a:srgbClr val="D5D8DC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3" name="矩形"/>
          <p:cNvSpPr/>
          <p:nvPr/>
        </p:nvSpPr>
        <p:spPr>
          <a:xfrm>
            <a:off x="933450" y="1952625"/>
            <a:ext cx="66675" cy="1390650"/>
          </a:xfrm>
          <a:prstGeom prst="rect">
            <a:avLst/>
          </a:prstGeom>
          <a:solidFill>
            <a:srgbClr val="E31B23"/>
          </a:solidFill>
          <a:ln w="3175">
            <a:solidFill>
              <a:srgbClr val="E31B23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4" name="查詢"/>
          <p:cNvSpPr txBox="1"/>
          <p:nvPr/>
        </p:nvSpPr>
        <p:spPr>
          <a:xfrm>
            <a:off x="1169669" y="2105025"/>
            <a:ext cx="1965962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E31B23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查詢</a:t>
            </a:r>
          </a:p>
        </p:txBody>
      </p:sp>
      <p:sp>
        <p:nvSpPr>
          <p:cNvPr id="325" name="輸入 CPN / DCN / PN / ECN 單號，Agent 開啟 PLM 表單。"/>
          <p:cNvSpPr txBox="1"/>
          <p:nvPr/>
        </p:nvSpPr>
        <p:spPr>
          <a:xfrm>
            <a:off x="1169669" y="2486025"/>
            <a:ext cx="1965962" cy="777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383D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輸入 CPN / DCN / PN / ECN 單號，Agent 開啟 PLM 表單。</a:t>
            </a:r>
          </a:p>
        </p:txBody>
      </p:sp>
      <p:sp>
        <p:nvSpPr>
          <p:cNvPr id="326" name="圓角矩形"/>
          <p:cNvSpPr/>
          <p:nvPr/>
        </p:nvSpPr>
        <p:spPr>
          <a:xfrm>
            <a:off x="3600450" y="1952625"/>
            <a:ext cx="240030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>
            <a:solidFill>
              <a:srgbClr val="D5D8DC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7" name="矩形"/>
          <p:cNvSpPr/>
          <p:nvPr/>
        </p:nvSpPr>
        <p:spPr>
          <a:xfrm>
            <a:off x="3600450" y="1952625"/>
            <a:ext cx="66675" cy="1390650"/>
          </a:xfrm>
          <a:prstGeom prst="rect">
            <a:avLst/>
          </a:prstGeom>
          <a:solidFill>
            <a:srgbClr val="7A7F85"/>
          </a:solidFill>
          <a:ln w="3175">
            <a:solidFill>
              <a:srgbClr val="7A7F8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8" name="判斷"/>
          <p:cNvSpPr txBox="1"/>
          <p:nvPr/>
        </p:nvSpPr>
        <p:spPr>
          <a:xfrm>
            <a:off x="3836670" y="2105025"/>
            <a:ext cx="1965961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7A7F85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判斷</a:t>
            </a:r>
          </a:p>
        </p:txBody>
      </p:sp>
      <p:sp>
        <p:nvSpPr>
          <p:cNvPr id="329" name="Originate 讀 Originator；簽核中讀 Workflow。"/>
          <p:cNvSpPr txBox="1"/>
          <p:nvPr/>
        </p:nvSpPr>
        <p:spPr>
          <a:xfrm>
            <a:off x="3836670" y="2486025"/>
            <a:ext cx="1965961" cy="5850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383D"/>
                </a:solidFill>
              </a:defRPr>
            </a:lvl1pPr>
          </a:lstStyle>
          <a:p>
            <a:r>
              <a:rPr dirty="0"/>
              <a:t>Originate 讀 </a:t>
            </a:r>
            <a:r>
              <a:rPr dirty="0" err="1"/>
              <a:t>Originator；簽核中讀</a:t>
            </a:r>
            <a:r>
              <a:rPr dirty="0"/>
              <a:t> Workflow。</a:t>
            </a:r>
          </a:p>
        </p:txBody>
      </p:sp>
      <p:sp>
        <p:nvSpPr>
          <p:cNvPr id="330" name="圓角矩形"/>
          <p:cNvSpPr/>
          <p:nvPr/>
        </p:nvSpPr>
        <p:spPr>
          <a:xfrm>
            <a:off x="6267450" y="1952625"/>
            <a:ext cx="240030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>
            <a:solidFill>
              <a:srgbClr val="D5D8DC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31" name="矩形"/>
          <p:cNvSpPr/>
          <p:nvPr/>
        </p:nvSpPr>
        <p:spPr>
          <a:xfrm>
            <a:off x="6267450" y="1952625"/>
            <a:ext cx="66675" cy="1390650"/>
          </a:xfrm>
          <a:prstGeom prst="rect">
            <a:avLst/>
          </a:prstGeom>
          <a:solidFill>
            <a:srgbClr val="E31B23"/>
          </a:solidFill>
          <a:ln w="3175">
            <a:solidFill>
              <a:srgbClr val="E31B23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32" name="找人"/>
          <p:cNvSpPr txBox="1"/>
          <p:nvPr/>
        </p:nvSpPr>
        <p:spPr>
          <a:xfrm>
            <a:off x="6503669" y="2105025"/>
            <a:ext cx="1965961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E31B23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找人</a:t>
            </a:r>
          </a:p>
        </p:txBody>
      </p:sp>
      <p:sp>
        <p:nvSpPr>
          <p:cNvPr id="333" name="Awaiting Approval + Req'd Yes；Group 再讀 Owner。"/>
          <p:cNvSpPr txBox="1"/>
          <p:nvPr/>
        </p:nvSpPr>
        <p:spPr>
          <a:xfrm>
            <a:off x="6503669" y="2486025"/>
            <a:ext cx="1965961" cy="751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383D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 dirty="0">
                <a:latin typeface="微軟正黑體"/>
                <a:ea typeface="微軟正黑體"/>
                <a:cs typeface="微軟正黑體"/>
                <a:sym typeface="微軟正黑體"/>
              </a:rPr>
              <a:t>Awaiting Approval + </a:t>
            </a:r>
            <a:r>
              <a:rPr dirty="0" err="1">
                <a:latin typeface="微軟正黑體"/>
                <a:ea typeface="微軟正黑體"/>
                <a:cs typeface="微軟正黑體"/>
                <a:sym typeface="微軟正黑體"/>
              </a:rPr>
              <a:t>Req'd</a:t>
            </a:r>
            <a:r>
              <a:rPr dirty="0">
                <a:latin typeface="微軟正黑體"/>
                <a:ea typeface="微軟正黑體"/>
                <a:cs typeface="微軟正黑體"/>
                <a:sym typeface="微軟正黑體"/>
              </a:rPr>
              <a:t> </a:t>
            </a:r>
            <a:r>
              <a:rPr dirty="0" err="1">
                <a:latin typeface="微軟正黑體"/>
                <a:ea typeface="微軟正黑體"/>
                <a:cs typeface="微軟正黑體"/>
                <a:sym typeface="微軟正黑體"/>
              </a:rPr>
              <a:t>Yes；Group</a:t>
            </a:r>
            <a:r>
              <a:rPr dirty="0">
                <a:latin typeface="微軟正黑體"/>
                <a:ea typeface="微軟正黑體"/>
                <a:cs typeface="微軟正黑體"/>
                <a:sym typeface="微軟正黑體"/>
              </a:rPr>
              <a:t> </a:t>
            </a:r>
            <a:r>
              <a:rPr dirty="0" err="1">
                <a:latin typeface="微軟正黑體"/>
                <a:ea typeface="微軟正黑體"/>
                <a:cs typeface="微軟正黑體"/>
                <a:sym typeface="微軟正黑體"/>
              </a:rPr>
              <a:t>再讀</a:t>
            </a:r>
            <a:r>
              <a:rPr dirty="0">
                <a:latin typeface="微軟正黑體"/>
                <a:ea typeface="微軟正黑體"/>
                <a:cs typeface="微軟正黑體"/>
                <a:sym typeface="微軟正黑體"/>
              </a:rPr>
              <a:t> Owner。</a:t>
            </a:r>
          </a:p>
        </p:txBody>
      </p:sp>
      <p:sp>
        <p:nvSpPr>
          <p:cNvPr id="334" name="圓角矩形"/>
          <p:cNvSpPr/>
          <p:nvPr/>
        </p:nvSpPr>
        <p:spPr>
          <a:xfrm>
            <a:off x="8934450" y="1952625"/>
            <a:ext cx="240030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>
            <a:solidFill>
              <a:srgbClr val="D5D8DC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35" name="矩形"/>
          <p:cNvSpPr/>
          <p:nvPr/>
        </p:nvSpPr>
        <p:spPr>
          <a:xfrm>
            <a:off x="8934450" y="1952625"/>
            <a:ext cx="66675" cy="1390650"/>
          </a:xfrm>
          <a:prstGeom prst="rect">
            <a:avLst/>
          </a:prstGeom>
          <a:solidFill>
            <a:srgbClr val="7A7F85"/>
          </a:solidFill>
          <a:ln w="3175">
            <a:solidFill>
              <a:srgbClr val="7A7F8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36" name="通知"/>
          <p:cNvSpPr txBox="1"/>
          <p:nvPr/>
        </p:nvSpPr>
        <p:spPr>
          <a:xfrm>
            <a:off x="9170669" y="2105025"/>
            <a:ext cx="1965961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7A7F85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通知</a:t>
            </a:r>
          </a:p>
        </p:txBody>
      </p:sp>
      <p:sp>
        <p:nvSpPr>
          <p:cNvPr id="338" name="圓形"/>
          <p:cNvSpPr/>
          <p:nvPr/>
        </p:nvSpPr>
        <p:spPr>
          <a:xfrm>
            <a:off x="1952625" y="4095750"/>
            <a:ext cx="400050" cy="400050"/>
          </a:xfrm>
          <a:prstGeom prst="ellipse">
            <a:avLst/>
          </a:prstGeom>
          <a:solidFill>
            <a:srgbClr val="E31B23"/>
          </a:solidFill>
          <a:ln w="3175">
            <a:solidFill>
              <a:srgbClr val="E31B23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39" name="1"/>
          <p:cNvSpPr txBox="1"/>
          <p:nvPr/>
        </p:nvSpPr>
        <p:spPr>
          <a:xfrm>
            <a:off x="1998345" y="4152900"/>
            <a:ext cx="30861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 b="1">
                <a:solidFill>
                  <a:srgbClr val="FFFFFF"/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340" name="表單單號"/>
          <p:cNvSpPr txBox="1"/>
          <p:nvPr/>
        </p:nvSpPr>
        <p:spPr>
          <a:xfrm>
            <a:off x="1617344" y="4591050"/>
            <a:ext cx="1070612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33383D"/>
                </a:solidFill>
              </a:defRPr>
            </a:lvl1pPr>
          </a:lstStyle>
          <a:p>
            <a:r>
              <a:t>表單單號</a:t>
            </a:r>
          </a:p>
        </p:txBody>
      </p:sp>
      <p:sp>
        <p:nvSpPr>
          <p:cNvPr id="341" name="箭頭"/>
          <p:cNvSpPr/>
          <p:nvPr/>
        </p:nvSpPr>
        <p:spPr>
          <a:xfrm>
            <a:off x="2381250" y="4248150"/>
            <a:ext cx="1162050" cy="114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5D8DC"/>
          </a:solidFill>
          <a:ln w="3175">
            <a:solidFill>
              <a:srgbClr val="D5D8DC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42" name="圓形"/>
          <p:cNvSpPr/>
          <p:nvPr/>
        </p:nvSpPr>
        <p:spPr>
          <a:xfrm>
            <a:off x="3762375" y="4095750"/>
            <a:ext cx="400050" cy="400050"/>
          </a:xfrm>
          <a:prstGeom prst="ellipse">
            <a:avLst/>
          </a:prstGeom>
          <a:solidFill>
            <a:srgbClr val="E31B23"/>
          </a:solidFill>
          <a:ln w="3175">
            <a:solidFill>
              <a:srgbClr val="E31B23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43" name="2"/>
          <p:cNvSpPr txBox="1"/>
          <p:nvPr/>
        </p:nvSpPr>
        <p:spPr>
          <a:xfrm>
            <a:off x="3808095" y="4152900"/>
            <a:ext cx="30861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 b="1">
                <a:solidFill>
                  <a:srgbClr val="FFFFFF"/>
                </a:solidFill>
              </a:defRPr>
            </a:lvl1pPr>
          </a:lstStyle>
          <a:p>
            <a:r>
              <a:t>2</a:t>
            </a:r>
          </a:p>
        </p:txBody>
      </p:sp>
      <p:sp>
        <p:nvSpPr>
          <p:cNvPr id="344" name="狀態判讀"/>
          <p:cNvSpPr txBox="1"/>
          <p:nvPr/>
        </p:nvSpPr>
        <p:spPr>
          <a:xfrm>
            <a:off x="3427095" y="4591050"/>
            <a:ext cx="1070611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33383D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狀態判讀</a:t>
            </a:r>
          </a:p>
        </p:txBody>
      </p:sp>
      <p:sp>
        <p:nvSpPr>
          <p:cNvPr id="345" name="箭頭"/>
          <p:cNvSpPr/>
          <p:nvPr/>
        </p:nvSpPr>
        <p:spPr>
          <a:xfrm>
            <a:off x="4191000" y="4248150"/>
            <a:ext cx="1162050" cy="114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5D8DC"/>
          </a:solidFill>
          <a:ln w="3175">
            <a:solidFill>
              <a:srgbClr val="D5D8DC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46" name="圓形"/>
          <p:cNvSpPr/>
          <p:nvPr/>
        </p:nvSpPr>
        <p:spPr>
          <a:xfrm>
            <a:off x="5572125" y="4095750"/>
            <a:ext cx="400050" cy="400050"/>
          </a:xfrm>
          <a:prstGeom prst="ellipse">
            <a:avLst/>
          </a:prstGeom>
          <a:solidFill>
            <a:srgbClr val="E31B23"/>
          </a:solidFill>
          <a:ln w="3175">
            <a:solidFill>
              <a:srgbClr val="E31B23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47" name="3"/>
          <p:cNvSpPr txBox="1"/>
          <p:nvPr/>
        </p:nvSpPr>
        <p:spPr>
          <a:xfrm>
            <a:off x="5617845" y="4152900"/>
            <a:ext cx="30861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 b="1">
                <a:solidFill>
                  <a:srgbClr val="FFFFFF"/>
                </a:solidFill>
              </a:defRPr>
            </a:lvl1pPr>
          </a:lstStyle>
          <a:p>
            <a:r>
              <a:t>3</a:t>
            </a:r>
          </a:p>
        </p:txBody>
      </p:sp>
      <p:sp>
        <p:nvSpPr>
          <p:cNvPr id="348" name="待簽人員"/>
          <p:cNvSpPr txBox="1"/>
          <p:nvPr/>
        </p:nvSpPr>
        <p:spPr>
          <a:xfrm>
            <a:off x="5236845" y="4591050"/>
            <a:ext cx="1070611" cy="307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33383D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待簽人員</a:t>
            </a:r>
          </a:p>
        </p:txBody>
      </p:sp>
      <p:sp>
        <p:nvSpPr>
          <p:cNvPr id="349" name="箭頭"/>
          <p:cNvSpPr/>
          <p:nvPr/>
        </p:nvSpPr>
        <p:spPr>
          <a:xfrm>
            <a:off x="6000750" y="4248150"/>
            <a:ext cx="1162050" cy="114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5D8DC"/>
          </a:solidFill>
          <a:ln w="3175">
            <a:solidFill>
              <a:srgbClr val="D5D8DC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0" name="圓形"/>
          <p:cNvSpPr/>
          <p:nvPr/>
        </p:nvSpPr>
        <p:spPr>
          <a:xfrm>
            <a:off x="7381875" y="4095750"/>
            <a:ext cx="400050" cy="400050"/>
          </a:xfrm>
          <a:prstGeom prst="ellipse">
            <a:avLst/>
          </a:prstGeom>
          <a:solidFill>
            <a:srgbClr val="E31B23"/>
          </a:solidFill>
          <a:ln w="3175">
            <a:solidFill>
              <a:srgbClr val="E31B23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1" name="4"/>
          <p:cNvSpPr txBox="1"/>
          <p:nvPr/>
        </p:nvSpPr>
        <p:spPr>
          <a:xfrm>
            <a:off x="7427594" y="4152900"/>
            <a:ext cx="30861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 b="1">
                <a:solidFill>
                  <a:srgbClr val="FFFFFF"/>
                </a:solidFill>
              </a:defRPr>
            </a:lvl1pPr>
          </a:lstStyle>
          <a:p>
            <a:r>
              <a:t>4</a:t>
            </a:r>
          </a:p>
        </p:txBody>
      </p:sp>
      <p:sp>
        <p:nvSpPr>
          <p:cNvPr id="352" name="Teams 草稿"/>
          <p:cNvSpPr txBox="1"/>
          <p:nvPr/>
        </p:nvSpPr>
        <p:spPr>
          <a:xfrm>
            <a:off x="7046594" y="4591050"/>
            <a:ext cx="1070611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33383D"/>
                </a:solidFill>
              </a:defRPr>
            </a:lvl1pPr>
          </a:lstStyle>
          <a:p>
            <a:r>
              <a:rPr dirty="0"/>
              <a:t>Teams </a:t>
            </a:r>
            <a:r>
              <a:rPr lang="zh-TW" altLang="en-US" dirty="0"/>
              <a:t>聯絡</a:t>
            </a:r>
            <a:endParaRPr dirty="0"/>
          </a:p>
        </p:txBody>
      </p:sp>
      <p:sp>
        <p:nvSpPr>
          <p:cNvPr id="353" name="箭頭"/>
          <p:cNvSpPr/>
          <p:nvPr/>
        </p:nvSpPr>
        <p:spPr>
          <a:xfrm>
            <a:off x="7810500" y="4248150"/>
            <a:ext cx="1162050" cy="114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5D8DC"/>
          </a:solidFill>
          <a:ln w="3175">
            <a:solidFill>
              <a:srgbClr val="D5D8DC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4" name="圓形"/>
          <p:cNvSpPr/>
          <p:nvPr/>
        </p:nvSpPr>
        <p:spPr>
          <a:xfrm>
            <a:off x="9191625" y="4095750"/>
            <a:ext cx="400050" cy="400050"/>
          </a:xfrm>
          <a:prstGeom prst="ellipse">
            <a:avLst/>
          </a:prstGeom>
          <a:solidFill>
            <a:srgbClr val="E31B23"/>
          </a:solidFill>
          <a:ln w="3175">
            <a:solidFill>
              <a:srgbClr val="E31B23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5" name="5"/>
          <p:cNvSpPr txBox="1"/>
          <p:nvPr/>
        </p:nvSpPr>
        <p:spPr>
          <a:xfrm>
            <a:off x="9237344" y="4152900"/>
            <a:ext cx="30861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600" b="1">
                <a:solidFill>
                  <a:srgbClr val="FFFFFF"/>
                </a:solidFill>
              </a:defRPr>
            </a:lvl1pPr>
          </a:lstStyle>
          <a:p>
            <a:r>
              <a:t>5</a:t>
            </a:r>
          </a:p>
        </p:txBody>
      </p:sp>
      <p:sp>
        <p:nvSpPr>
          <p:cNvPr id="356" name="人工送出"/>
          <p:cNvSpPr txBox="1"/>
          <p:nvPr/>
        </p:nvSpPr>
        <p:spPr>
          <a:xfrm>
            <a:off x="8720952" y="4591050"/>
            <a:ext cx="134139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200">
                <a:solidFill>
                  <a:srgbClr val="33383D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 lang="zh-TW" altLang="en-US" dirty="0"/>
              <a:t>發訊息或是撥號</a:t>
            </a:r>
            <a:endParaRPr dirty="0">
              <a:latin typeface="微軟正黑體"/>
              <a:ea typeface="微軟正黑體"/>
              <a:cs typeface="微軟正黑體"/>
              <a:sym typeface="微軟正黑體"/>
            </a:endParaRPr>
          </a:p>
        </p:txBody>
      </p:sp>
      <p:sp>
        <p:nvSpPr>
          <p:cNvPr id="41" name="Awaiting Approval + Req'd Yes；Group 再讀 Owner。">
            <a:extLst>
              <a:ext uri="{FF2B5EF4-FFF2-40B4-BE49-F238E27FC236}">
                <a16:creationId xmlns:a16="http://schemas.microsoft.com/office/drawing/2014/main" id="{C6FC2A6E-4E15-4707-B594-1BB645F9B923}"/>
              </a:ext>
            </a:extLst>
          </p:cNvPr>
          <p:cNvSpPr txBox="1"/>
          <p:nvPr/>
        </p:nvSpPr>
        <p:spPr>
          <a:xfrm>
            <a:off x="9151619" y="2485118"/>
            <a:ext cx="1965961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383D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 lang="zh-TW" altLang="en-US" dirty="0"/>
              <a:t>通知待簽人員</a:t>
            </a:r>
            <a:r>
              <a:rPr dirty="0">
                <a:latin typeface="微軟正黑體"/>
                <a:ea typeface="微軟正黑體"/>
                <a:cs typeface="微軟正黑體"/>
                <a:sym typeface="微軟正黑體"/>
              </a:rPr>
              <a:t>。</a:t>
            </a:r>
          </a:p>
        </p:txBody>
      </p:sp>
      <p:sp>
        <p:nvSpPr>
          <p:cNvPr id="42" name="核心原則：讓 Agent 做苦工，讓人做判斷。">
            <a:extLst>
              <a:ext uri="{FF2B5EF4-FFF2-40B4-BE49-F238E27FC236}">
                <a16:creationId xmlns:a16="http://schemas.microsoft.com/office/drawing/2014/main" id="{F48F5F3F-33F5-4838-B025-A91DB6B29394}"/>
              </a:ext>
            </a:extLst>
          </p:cNvPr>
          <p:cNvSpPr txBox="1"/>
          <p:nvPr/>
        </p:nvSpPr>
        <p:spPr>
          <a:xfrm>
            <a:off x="2807969" y="5619750"/>
            <a:ext cx="6576062" cy="384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900" b="1">
                <a:solidFill>
                  <a:srgbClr val="0433FF"/>
                </a:solidFill>
              </a:defRPr>
            </a:pPr>
            <a:r>
              <a:rPr dirty="0" err="1">
                <a:latin typeface="微軟正黑體"/>
                <a:ea typeface="微軟正黑體"/>
                <a:cs typeface="微軟正黑體"/>
                <a:sym typeface="微軟正黑體"/>
              </a:rPr>
              <a:t>核心原則：讓</a:t>
            </a:r>
            <a:r>
              <a:rPr dirty="0">
                <a:latin typeface="微軟正黑體"/>
                <a:ea typeface="微軟正黑體"/>
                <a:cs typeface="微軟正黑體"/>
                <a:sym typeface="微軟正黑體"/>
              </a:rPr>
              <a:t> </a:t>
            </a:r>
            <a:r>
              <a:rPr dirty="0"/>
              <a:t>Agent </a:t>
            </a:r>
            <a:r>
              <a:rPr dirty="0">
                <a:latin typeface="微軟正黑體"/>
                <a:ea typeface="微軟正黑體"/>
                <a:cs typeface="微軟正黑體"/>
                <a:sym typeface="微軟正黑體"/>
              </a:rPr>
              <a:t>做</a:t>
            </a:r>
            <a:r>
              <a:rPr lang="zh-TW" altLang="en-US" dirty="0">
                <a:latin typeface="微軟正黑體"/>
                <a:ea typeface="微軟正黑體"/>
                <a:cs typeface="微軟正黑體"/>
                <a:sym typeface="微軟正黑體"/>
              </a:rPr>
              <a:t>壞人去通知待簽人員</a:t>
            </a:r>
            <a:r>
              <a:rPr dirty="0">
                <a:latin typeface="微軟正黑體"/>
                <a:ea typeface="微軟正黑體"/>
                <a:cs typeface="微軟正黑體"/>
                <a:sym typeface="微軟正黑體"/>
              </a:rPr>
              <a:t>。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Content Placeholder 13"/>
          <p:cNvSpPr txBox="1">
            <a:spLocks noGrp="1"/>
          </p:cNvSpPr>
          <p:nvPr>
            <p:ph type="body" idx="1"/>
          </p:nvPr>
        </p:nvSpPr>
        <p:spPr>
          <a:xfrm>
            <a:off x="838200" y="1696565"/>
            <a:ext cx="10528300" cy="4447000"/>
          </a:xfrm>
          <a:prstGeom prst="rect">
            <a:avLst/>
          </a:prstGeom>
        </p:spPr>
        <p:txBody>
          <a:bodyPr/>
          <a:lstStyle>
            <a:lvl1pPr>
              <a:defRPr sz="100">
                <a:solidFill>
                  <a:srgbClr val="FFFFFF"/>
                </a:solidFill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260" name="Title 11"/>
          <p:cNvSpPr txBox="1">
            <a:spLocks noGrp="1"/>
          </p:cNvSpPr>
          <p:nvPr>
            <p:ph type="title"/>
          </p:nvPr>
        </p:nvSpPr>
        <p:spPr>
          <a:xfrm>
            <a:off x="838199" y="579324"/>
            <a:ext cx="10515601" cy="555539"/>
          </a:xfrm>
          <a:prstGeom prst="rect">
            <a:avLst/>
          </a:prstGeom>
        </p:spPr>
        <p:txBody>
          <a:bodyPr/>
          <a:lstStyle/>
          <a:p>
            <a:r>
              <a:t>Milestone</a:t>
            </a:r>
          </a:p>
        </p:txBody>
      </p:sp>
      <p:sp>
        <p:nvSpPr>
          <p:cNvPr id="261" name="矩形"/>
          <p:cNvSpPr/>
          <p:nvPr/>
        </p:nvSpPr>
        <p:spPr>
          <a:xfrm>
            <a:off x="1581150" y="3295650"/>
            <a:ext cx="4400550" cy="57150"/>
          </a:xfrm>
          <a:prstGeom prst="rect">
            <a:avLst/>
          </a:prstGeom>
          <a:solidFill>
            <a:srgbClr val="D7DBDF"/>
          </a:solidFill>
          <a:ln w="3175">
            <a:solidFill>
              <a:srgbClr val="D7DBD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2" name="箭頭"/>
          <p:cNvSpPr/>
          <p:nvPr/>
        </p:nvSpPr>
        <p:spPr>
          <a:xfrm>
            <a:off x="5514975" y="3190875"/>
            <a:ext cx="666750" cy="266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7DBDF"/>
          </a:solidFill>
          <a:ln w="3175">
            <a:solidFill>
              <a:srgbClr val="D7DBD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3" name="2 週後"/>
          <p:cNvSpPr txBox="1"/>
          <p:nvPr/>
        </p:nvSpPr>
        <p:spPr>
          <a:xfrm>
            <a:off x="855344" y="1924050"/>
            <a:ext cx="1699262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600" b="1">
                <a:solidFill>
                  <a:srgbClr val="E31B23"/>
                </a:solidFill>
              </a:defRPr>
            </a:pPr>
            <a:r>
              <a:t>2 </a:t>
            </a: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週後</a:t>
            </a:r>
          </a:p>
        </p:txBody>
      </p:sp>
      <p:sp>
        <p:nvSpPr>
          <p:cNvPr id="264" name="圓角矩形"/>
          <p:cNvSpPr/>
          <p:nvPr/>
        </p:nvSpPr>
        <p:spPr>
          <a:xfrm>
            <a:off x="981075" y="2266950"/>
            <a:ext cx="1447800" cy="323850"/>
          </a:xfrm>
          <a:prstGeom prst="roundRect">
            <a:avLst>
              <a:gd name="adj" fmla="val 23529"/>
            </a:avLst>
          </a:prstGeom>
          <a:solidFill>
            <a:srgbClr val="F4F5F6"/>
          </a:solidFill>
          <a:ln>
            <a:solidFill>
              <a:srgbClr val="C9CDD1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5" name="2026/7/6"/>
          <p:cNvSpPr txBox="1"/>
          <p:nvPr/>
        </p:nvSpPr>
        <p:spPr>
          <a:xfrm>
            <a:off x="1026794" y="2324100"/>
            <a:ext cx="13563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200" b="1">
                <a:solidFill>
                  <a:srgbClr val="2D3338"/>
                </a:solidFill>
              </a:defRPr>
            </a:lvl1pPr>
          </a:lstStyle>
          <a:p>
            <a:r>
              <a:t>2026/7/6</a:t>
            </a:r>
          </a:p>
        </p:txBody>
      </p:sp>
      <p:sp>
        <p:nvSpPr>
          <p:cNvPr id="266" name="圓形"/>
          <p:cNvSpPr/>
          <p:nvPr/>
        </p:nvSpPr>
        <p:spPr>
          <a:xfrm>
            <a:off x="1419225" y="3028950"/>
            <a:ext cx="571500" cy="571500"/>
          </a:xfrm>
          <a:prstGeom prst="ellipse">
            <a:avLst/>
          </a:prstGeom>
          <a:solidFill>
            <a:srgbClr val="E31B23"/>
          </a:solidFill>
          <a:ln w="3175">
            <a:solidFill>
              <a:srgbClr val="E31B23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7" name="1"/>
          <p:cNvSpPr txBox="1"/>
          <p:nvPr/>
        </p:nvSpPr>
        <p:spPr>
          <a:xfrm>
            <a:off x="1464944" y="3124200"/>
            <a:ext cx="480062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000" b="1">
                <a:solidFill>
                  <a:srgbClr val="FFFFFF"/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268" name="圓角矩形"/>
          <p:cNvSpPr/>
          <p:nvPr/>
        </p:nvSpPr>
        <p:spPr>
          <a:xfrm>
            <a:off x="809625" y="4000500"/>
            <a:ext cx="17907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solidFill>
              <a:srgbClr val="D8DDE1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9" name="矩形"/>
          <p:cNvSpPr/>
          <p:nvPr/>
        </p:nvSpPr>
        <p:spPr>
          <a:xfrm>
            <a:off x="809625" y="4000500"/>
            <a:ext cx="1790700" cy="76200"/>
          </a:xfrm>
          <a:prstGeom prst="rect">
            <a:avLst/>
          </a:prstGeom>
          <a:solidFill>
            <a:srgbClr val="E31B23"/>
          </a:solidFill>
          <a:ln w="3175">
            <a:solidFill>
              <a:srgbClr val="E31B23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0" name="線材編碼原則…"/>
          <p:cNvSpPr txBox="1"/>
          <p:nvPr/>
        </p:nvSpPr>
        <p:spPr>
          <a:xfrm>
            <a:off x="865822" y="4170702"/>
            <a:ext cx="1597344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defRPr sz="1300" b="1">
                <a:solidFill>
                  <a:srgbClr val="2D3338"/>
                </a:solidFill>
              </a:defRPr>
            </a:pPr>
            <a:r>
              <a:rPr sz="1200" dirty="0" err="1">
                <a:latin typeface="微軟正黑體"/>
                <a:ea typeface="微軟正黑體"/>
                <a:cs typeface="微軟正黑體"/>
                <a:sym typeface="微軟正黑體"/>
              </a:rPr>
              <a:t>線材編碼原則</a:t>
            </a:r>
            <a:r>
              <a:rPr lang="zh-TW" altLang="en-US" sz="1200" dirty="0">
                <a:latin typeface="微軟正黑體"/>
                <a:ea typeface="微軟正黑體"/>
                <a:cs typeface="微軟正黑體"/>
                <a:sym typeface="微軟正黑體"/>
              </a:rPr>
              <a:t>初</a:t>
            </a:r>
            <a:r>
              <a:rPr sz="1200" dirty="0">
                <a:latin typeface="微軟正黑體"/>
                <a:ea typeface="微軟正黑體"/>
                <a:cs typeface="微軟正黑體"/>
                <a:sym typeface="微軟正黑體"/>
              </a:rPr>
              <a:t>版</a:t>
            </a:r>
            <a:r>
              <a:rPr lang="zh-TW" altLang="en-US" sz="1200" dirty="0">
                <a:latin typeface="微軟正黑體"/>
                <a:ea typeface="微軟正黑體"/>
                <a:cs typeface="微軟正黑體"/>
                <a:sym typeface="微軟正黑體"/>
              </a:rPr>
              <a:t>及</a:t>
            </a:r>
            <a:br>
              <a:rPr lang="en-US" altLang="zh-TW" sz="1200" dirty="0">
                <a:latin typeface="微軟正黑體"/>
                <a:ea typeface="微軟正黑體"/>
                <a:cs typeface="微軟正黑體"/>
                <a:sym typeface="微軟正黑體"/>
              </a:rPr>
            </a:br>
            <a:r>
              <a:rPr lang="en-US" altLang="zh-TW" sz="1200" dirty="0">
                <a:highlight>
                  <a:srgbClr val="FFFF00"/>
                </a:highlight>
                <a:latin typeface="微軟正黑體"/>
                <a:ea typeface="微軟正黑體"/>
                <a:cs typeface="微軟正黑體"/>
                <a:sym typeface="微軟正黑體"/>
              </a:rPr>
              <a:t>PLM</a:t>
            </a:r>
            <a:r>
              <a:rPr lang="zh-TW" altLang="en-US" sz="1200" dirty="0">
                <a:highlight>
                  <a:srgbClr val="FFFF00"/>
                </a:highlight>
                <a:latin typeface="微軟正黑體"/>
                <a:ea typeface="微軟正黑體"/>
                <a:cs typeface="微軟正黑體"/>
                <a:sym typeface="微軟正黑體"/>
              </a:rPr>
              <a:t>表單催簽功能</a:t>
            </a:r>
            <a:endParaRPr sz="1200" dirty="0">
              <a:highlight>
                <a:srgbClr val="FFFF00"/>
              </a:highlight>
              <a:latin typeface="微軟正黑體"/>
              <a:ea typeface="微軟正黑體"/>
              <a:cs typeface="微軟正黑體"/>
              <a:sym typeface="微軟正黑體"/>
            </a:endParaRPr>
          </a:p>
        </p:txBody>
      </p:sp>
      <p:sp>
        <p:nvSpPr>
          <p:cNvPr id="271" name="部門單位使用"/>
          <p:cNvSpPr txBox="1"/>
          <p:nvPr/>
        </p:nvSpPr>
        <p:spPr>
          <a:xfrm>
            <a:off x="988694" y="4657725"/>
            <a:ext cx="1432562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757575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 dirty="0" err="1">
                <a:latin typeface="微軟正黑體"/>
                <a:ea typeface="微軟正黑體"/>
                <a:cs typeface="微軟正黑體"/>
                <a:sym typeface="微軟正黑體"/>
              </a:rPr>
              <a:t>部門單位使用</a:t>
            </a:r>
            <a:endParaRPr dirty="0">
              <a:latin typeface="微軟正黑體"/>
              <a:ea typeface="微軟正黑體"/>
              <a:cs typeface="微軟正黑體"/>
              <a:sym typeface="微軟正黑體"/>
            </a:endParaRPr>
          </a:p>
        </p:txBody>
      </p:sp>
      <p:sp>
        <p:nvSpPr>
          <p:cNvPr id="272" name="4 週後"/>
          <p:cNvSpPr txBox="1"/>
          <p:nvPr/>
        </p:nvSpPr>
        <p:spPr>
          <a:xfrm>
            <a:off x="2988944" y="1924050"/>
            <a:ext cx="1699262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600" b="1">
                <a:solidFill>
                  <a:srgbClr val="6D747A"/>
                </a:solidFill>
              </a:defRPr>
            </a:pPr>
            <a:r>
              <a:t>4 </a:t>
            </a: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週後</a:t>
            </a:r>
          </a:p>
        </p:txBody>
      </p:sp>
      <p:sp>
        <p:nvSpPr>
          <p:cNvPr id="273" name="圓角矩形"/>
          <p:cNvSpPr/>
          <p:nvPr/>
        </p:nvSpPr>
        <p:spPr>
          <a:xfrm>
            <a:off x="3114675" y="2266950"/>
            <a:ext cx="1447800" cy="323850"/>
          </a:xfrm>
          <a:prstGeom prst="roundRect">
            <a:avLst>
              <a:gd name="adj" fmla="val 23529"/>
            </a:avLst>
          </a:prstGeom>
          <a:solidFill>
            <a:srgbClr val="F4F5F6"/>
          </a:solidFill>
          <a:ln>
            <a:solidFill>
              <a:srgbClr val="C9CDD1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4" name="2026/7/20"/>
          <p:cNvSpPr txBox="1"/>
          <p:nvPr/>
        </p:nvSpPr>
        <p:spPr>
          <a:xfrm>
            <a:off x="3160394" y="2324100"/>
            <a:ext cx="13563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200" b="1">
                <a:solidFill>
                  <a:srgbClr val="2D3338"/>
                </a:solidFill>
              </a:defRPr>
            </a:lvl1pPr>
          </a:lstStyle>
          <a:p>
            <a:r>
              <a:t>2026/7/20</a:t>
            </a:r>
          </a:p>
        </p:txBody>
      </p:sp>
      <p:sp>
        <p:nvSpPr>
          <p:cNvPr id="275" name="圓形"/>
          <p:cNvSpPr/>
          <p:nvPr/>
        </p:nvSpPr>
        <p:spPr>
          <a:xfrm>
            <a:off x="3552825" y="3028950"/>
            <a:ext cx="571500" cy="571500"/>
          </a:xfrm>
          <a:prstGeom prst="ellipse">
            <a:avLst/>
          </a:prstGeom>
          <a:solidFill>
            <a:srgbClr val="6D747A"/>
          </a:solidFill>
          <a:ln w="3175">
            <a:solidFill>
              <a:srgbClr val="6D747A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6" name="2"/>
          <p:cNvSpPr txBox="1"/>
          <p:nvPr/>
        </p:nvSpPr>
        <p:spPr>
          <a:xfrm>
            <a:off x="3598544" y="3124200"/>
            <a:ext cx="480062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000" b="1">
                <a:solidFill>
                  <a:srgbClr val="FFFFFF"/>
                </a:solidFill>
              </a:defRPr>
            </a:lvl1pPr>
          </a:lstStyle>
          <a:p>
            <a:r>
              <a:t>2</a:t>
            </a:r>
          </a:p>
        </p:txBody>
      </p:sp>
      <p:sp>
        <p:nvSpPr>
          <p:cNvPr id="277" name="圓角矩形"/>
          <p:cNvSpPr/>
          <p:nvPr/>
        </p:nvSpPr>
        <p:spPr>
          <a:xfrm>
            <a:off x="2943225" y="4000500"/>
            <a:ext cx="17907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solidFill>
              <a:srgbClr val="D8DDE1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8" name="矩形"/>
          <p:cNvSpPr/>
          <p:nvPr/>
        </p:nvSpPr>
        <p:spPr>
          <a:xfrm>
            <a:off x="2943225" y="4000500"/>
            <a:ext cx="1790700" cy="76200"/>
          </a:xfrm>
          <a:prstGeom prst="rect">
            <a:avLst/>
          </a:prstGeom>
          <a:solidFill>
            <a:srgbClr val="6D747A"/>
          </a:solidFill>
          <a:ln w="3175">
            <a:solidFill>
              <a:srgbClr val="6D747A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9" name="導入 ME 機構…"/>
          <p:cNvSpPr txBox="1"/>
          <p:nvPr/>
        </p:nvSpPr>
        <p:spPr>
          <a:xfrm>
            <a:off x="3122294" y="4171950"/>
            <a:ext cx="1432562" cy="5850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300" b="1">
                <a:solidFill>
                  <a:srgbClr val="2D3338"/>
                </a:solidFill>
              </a:defRPr>
            </a:pP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導入 </a:t>
            </a:r>
            <a:r>
              <a:t>ME </a:t>
            </a: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機構</a:t>
            </a:r>
          </a:p>
          <a:p>
            <a:pPr algn="ctr">
              <a:defRPr sz="1300" b="1">
                <a:solidFill>
                  <a:srgbClr val="2D3338"/>
                </a:solidFill>
              </a:defRPr>
            </a:pP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料件編碼原則</a:t>
            </a:r>
          </a:p>
        </p:txBody>
      </p:sp>
      <p:sp>
        <p:nvSpPr>
          <p:cNvPr id="280" name="ME 單位試用"/>
          <p:cNvSpPr txBox="1"/>
          <p:nvPr/>
        </p:nvSpPr>
        <p:spPr>
          <a:xfrm>
            <a:off x="3122294" y="4686300"/>
            <a:ext cx="1432562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757575"/>
                </a:solidFill>
              </a:defRPr>
            </a:pPr>
            <a:r>
              <a:t>ME </a:t>
            </a: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單位試用</a:t>
            </a:r>
          </a:p>
        </p:txBody>
      </p:sp>
      <p:sp>
        <p:nvSpPr>
          <p:cNvPr id="281" name="6 週後"/>
          <p:cNvSpPr txBox="1"/>
          <p:nvPr/>
        </p:nvSpPr>
        <p:spPr>
          <a:xfrm>
            <a:off x="5122544" y="1924050"/>
            <a:ext cx="1699262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600" b="1">
                <a:solidFill>
                  <a:srgbClr val="E31B23"/>
                </a:solidFill>
              </a:defRPr>
            </a:pPr>
            <a:r>
              <a:t>6 </a:t>
            </a: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週後</a:t>
            </a:r>
          </a:p>
        </p:txBody>
      </p:sp>
      <p:sp>
        <p:nvSpPr>
          <p:cNvPr id="282" name="圓角矩形"/>
          <p:cNvSpPr/>
          <p:nvPr/>
        </p:nvSpPr>
        <p:spPr>
          <a:xfrm>
            <a:off x="5248275" y="2266950"/>
            <a:ext cx="1447800" cy="323850"/>
          </a:xfrm>
          <a:prstGeom prst="roundRect">
            <a:avLst>
              <a:gd name="adj" fmla="val 23529"/>
            </a:avLst>
          </a:prstGeom>
          <a:solidFill>
            <a:srgbClr val="F4F5F6"/>
          </a:solidFill>
          <a:ln>
            <a:solidFill>
              <a:srgbClr val="C9CDD1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3" name="2027/8/10"/>
          <p:cNvSpPr txBox="1"/>
          <p:nvPr/>
        </p:nvSpPr>
        <p:spPr>
          <a:xfrm>
            <a:off x="5293994" y="2324100"/>
            <a:ext cx="13563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200" b="1">
                <a:solidFill>
                  <a:srgbClr val="2D3338"/>
                </a:solidFill>
              </a:defRPr>
            </a:lvl1pPr>
          </a:lstStyle>
          <a:p>
            <a:r>
              <a:t>2027/8/10</a:t>
            </a:r>
          </a:p>
        </p:txBody>
      </p:sp>
      <p:sp>
        <p:nvSpPr>
          <p:cNvPr id="284" name="圓形"/>
          <p:cNvSpPr/>
          <p:nvPr/>
        </p:nvSpPr>
        <p:spPr>
          <a:xfrm>
            <a:off x="5686425" y="3028950"/>
            <a:ext cx="571500" cy="571500"/>
          </a:xfrm>
          <a:prstGeom prst="ellipse">
            <a:avLst/>
          </a:prstGeom>
          <a:solidFill>
            <a:srgbClr val="E31B23"/>
          </a:solidFill>
          <a:ln w="3175">
            <a:solidFill>
              <a:srgbClr val="E31B23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5" name="3"/>
          <p:cNvSpPr txBox="1"/>
          <p:nvPr/>
        </p:nvSpPr>
        <p:spPr>
          <a:xfrm>
            <a:off x="5732144" y="3124200"/>
            <a:ext cx="480062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000" b="1">
                <a:solidFill>
                  <a:srgbClr val="FFFFFF"/>
                </a:solidFill>
              </a:defRPr>
            </a:lvl1pPr>
          </a:lstStyle>
          <a:p>
            <a:r>
              <a:t>3</a:t>
            </a:r>
          </a:p>
        </p:txBody>
      </p:sp>
      <p:sp>
        <p:nvSpPr>
          <p:cNvPr id="286" name="圓角矩形"/>
          <p:cNvSpPr/>
          <p:nvPr/>
        </p:nvSpPr>
        <p:spPr>
          <a:xfrm>
            <a:off x="5076825" y="4000500"/>
            <a:ext cx="17907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solidFill>
              <a:srgbClr val="D8DDE1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7" name="矩形"/>
          <p:cNvSpPr/>
          <p:nvPr/>
        </p:nvSpPr>
        <p:spPr>
          <a:xfrm>
            <a:off x="5076825" y="4000500"/>
            <a:ext cx="1790700" cy="76200"/>
          </a:xfrm>
          <a:prstGeom prst="rect">
            <a:avLst/>
          </a:prstGeom>
          <a:solidFill>
            <a:srgbClr val="E31B23"/>
          </a:solidFill>
          <a:ln w="3175">
            <a:solidFill>
              <a:srgbClr val="E31B23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8" name="跨 BU 使用"/>
          <p:cNvSpPr txBox="1"/>
          <p:nvPr/>
        </p:nvSpPr>
        <p:spPr>
          <a:xfrm>
            <a:off x="5255894" y="4171950"/>
            <a:ext cx="1432562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300" b="1">
                <a:solidFill>
                  <a:srgbClr val="2D3338"/>
                </a:solidFill>
              </a:defRPr>
            </a:pP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跨 </a:t>
            </a:r>
            <a:r>
              <a:t>BU </a:t>
            </a: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使用</a:t>
            </a:r>
          </a:p>
        </p:txBody>
      </p:sp>
      <p:sp>
        <p:nvSpPr>
          <p:cNvPr id="289" name="跨 BU 導入"/>
          <p:cNvSpPr txBox="1"/>
          <p:nvPr/>
        </p:nvSpPr>
        <p:spPr>
          <a:xfrm>
            <a:off x="5255894" y="4686300"/>
            <a:ext cx="1432562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757575"/>
                </a:solidFill>
              </a:defRPr>
            </a:pP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跨 </a:t>
            </a:r>
            <a:r>
              <a:t>BU </a:t>
            </a: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導入</a:t>
            </a:r>
          </a:p>
        </p:txBody>
      </p:sp>
      <p:sp>
        <p:nvSpPr>
          <p:cNvPr id="290" name="矩形"/>
          <p:cNvSpPr/>
          <p:nvPr/>
        </p:nvSpPr>
        <p:spPr>
          <a:xfrm>
            <a:off x="7067550" y="1952625"/>
            <a:ext cx="19050" cy="3333750"/>
          </a:xfrm>
          <a:prstGeom prst="rect">
            <a:avLst/>
          </a:prstGeom>
          <a:solidFill>
            <a:srgbClr val="D7DBDF"/>
          </a:solidFill>
          <a:ln w="3175">
            <a:solidFill>
              <a:srgbClr val="D7DBD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1" name="Independent Actions"/>
          <p:cNvSpPr txBox="1"/>
          <p:nvPr/>
        </p:nvSpPr>
        <p:spPr>
          <a:xfrm>
            <a:off x="7570469" y="1962150"/>
            <a:ext cx="3147062" cy="310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700" b="1">
                <a:solidFill>
                  <a:srgbClr val="E31B23"/>
                </a:solidFill>
              </a:defRPr>
            </a:lvl1pPr>
          </a:lstStyle>
          <a:p>
            <a:r>
              <a:t>Independent Actions</a:t>
            </a:r>
          </a:p>
        </p:txBody>
      </p:sp>
      <p:sp>
        <p:nvSpPr>
          <p:cNvPr id="292" name="圓角矩形"/>
          <p:cNvSpPr/>
          <p:nvPr/>
        </p:nvSpPr>
        <p:spPr>
          <a:xfrm>
            <a:off x="7524750" y="2571750"/>
            <a:ext cx="32385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>
            <a:solidFill>
              <a:srgbClr val="D8DDE1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3" name="矩形"/>
          <p:cNvSpPr/>
          <p:nvPr/>
        </p:nvSpPr>
        <p:spPr>
          <a:xfrm>
            <a:off x="7524750" y="2571750"/>
            <a:ext cx="85725" cy="1123950"/>
          </a:xfrm>
          <a:prstGeom prst="rect">
            <a:avLst/>
          </a:prstGeom>
          <a:solidFill>
            <a:srgbClr val="6D747A"/>
          </a:solidFill>
          <a:ln w="3175">
            <a:solidFill>
              <a:srgbClr val="6D747A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4" name="圓形"/>
          <p:cNvSpPr/>
          <p:nvPr/>
        </p:nvSpPr>
        <p:spPr>
          <a:xfrm>
            <a:off x="7753350" y="2847975"/>
            <a:ext cx="571500" cy="571500"/>
          </a:xfrm>
          <a:prstGeom prst="ellipse">
            <a:avLst/>
          </a:prstGeom>
          <a:solidFill>
            <a:srgbClr val="6D747A"/>
          </a:solidFill>
          <a:ln w="3175">
            <a:solidFill>
              <a:srgbClr val="6D747A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5" name="4"/>
          <p:cNvSpPr txBox="1"/>
          <p:nvPr/>
        </p:nvSpPr>
        <p:spPr>
          <a:xfrm>
            <a:off x="7799069" y="2943225"/>
            <a:ext cx="480062" cy="330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900" b="1">
                <a:solidFill>
                  <a:srgbClr val="FFFFFF"/>
                </a:solidFill>
              </a:defRPr>
            </a:lvl1pPr>
          </a:lstStyle>
          <a:p>
            <a:r>
              <a:t>4</a:t>
            </a:r>
          </a:p>
        </p:txBody>
      </p:sp>
      <p:sp>
        <p:nvSpPr>
          <p:cNvPr id="296" name="Action 1"/>
          <p:cNvSpPr txBox="1"/>
          <p:nvPr/>
        </p:nvSpPr>
        <p:spPr>
          <a:xfrm>
            <a:off x="8570594" y="2781300"/>
            <a:ext cx="19088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2D3338"/>
                </a:solidFill>
              </a:defRPr>
            </a:lvl1pPr>
          </a:lstStyle>
          <a:p>
            <a:r>
              <a:t>Action 1</a:t>
            </a:r>
          </a:p>
        </p:txBody>
      </p:sp>
      <p:sp>
        <p:nvSpPr>
          <p:cNvPr id="297" name="2026/8/24"/>
          <p:cNvSpPr txBox="1"/>
          <p:nvPr/>
        </p:nvSpPr>
        <p:spPr>
          <a:xfrm>
            <a:off x="8570594" y="3124200"/>
            <a:ext cx="190881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757575"/>
                </a:solidFill>
              </a:defRPr>
            </a:lvl1pPr>
          </a:lstStyle>
          <a:p>
            <a:r>
              <a:t>2026/8/24</a:t>
            </a:r>
          </a:p>
        </p:txBody>
      </p:sp>
      <p:sp>
        <p:nvSpPr>
          <p:cNvPr id="298" name="DCN＆ECN 送簽自動化設計"/>
          <p:cNvSpPr txBox="1"/>
          <p:nvPr/>
        </p:nvSpPr>
        <p:spPr>
          <a:xfrm>
            <a:off x="8570594" y="3371850"/>
            <a:ext cx="1908812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100">
                <a:solidFill>
                  <a:srgbClr val="33383D"/>
                </a:solidFill>
              </a:defRPr>
            </a:pPr>
            <a:r>
              <a:t>DCN＆ECN </a:t>
            </a: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送簽自動化設計</a:t>
            </a:r>
          </a:p>
        </p:txBody>
      </p:sp>
      <p:sp>
        <p:nvSpPr>
          <p:cNvPr id="299" name="圓角矩形"/>
          <p:cNvSpPr/>
          <p:nvPr/>
        </p:nvSpPr>
        <p:spPr>
          <a:xfrm>
            <a:off x="7524750" y="4095750"/>
            <a:ext cx="32385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>
            <a:solidFill>
              <a:srgbClr val="D8DDE1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0" name="矩形"/>
          <p:cNvSpPr/>
          <p:nvPr/>
        </p:nvSpPr>
        <p:spPr>
          <a:xfrm>
            <a:off x="7524750" y="4095750"/>
            <a:ext cx="85725" cy="1123950"/>
          </a:xfrm>
          <a:prstGeom prst="rect">
            <a:avLst/>
          </a:prstGeom>
          <a:solidFill>
            <a:srgbClr val="E31B23"/>
          </a:solidFill>
          <a:ln w="3175">
            <a:solidFill>
              <a:srgbClr val="E31B23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1" name="圓形"/>
          <p:cNvSpPr/>
          <p:nvPr/>
        </p:nvSpPr>
        <p:spPr>
          <a:xfrm>
            <a:off x="7753350" y="4371975"/>
            <a:ext cx="571500" cy="571500"/>
          </a:xfrm>
          <a:prstGeom prst="ellipse">
            <a:avLst/>
          </a:prstGeom>
          <a:solidFill>
            <a:srgbClr val="E31B23"/>
          </a:solidFill>
          <a:ln w="3175">
            <a:solidFill>
              <a:srgbClr val="E31B23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2" name="5"/>
          <p:cNvSpPr txBox="1"/>
          <p:nvPr/>
        </p:nvSpPr>
        <p:spPr>
          <a:xfrm>
            <a:off x="7799069" y="4467225"/>
            <a:ext cx="480062" cy="330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900" b="1">
                <a:solidFill>
                  <a:srgbClr val="FFFFFF"/>
                </a:solidFill>
              </a:defRPr>
            </a:lvl1pPr>
          </a:lstStyle>
          <a:p>
            <a:r>
              <a:t>5</a:t>
            </a:r>
          </a:p>
        </p:txBody>
      </p:sp>
      <p:sp>
        <p:nvSpPr>
          <p:cNvPr id="303" name="Action 2"/>
          <p:cNvSpPr txBox="1"/>
          <p:nvPr/>
        </p:nvSpPr>
        <p:spPr>
          <a:xfrm>
            <a:off x="8570594" y="4305300"/>
            <a:ext cx="19088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2D3338"/>
                </a:solidFill>
              </a:defRPr>
            </a:lvl1pPr>
          </a:lstStyle>
          <a:p>
            <a:r>
              <a:t>Action 2</a:t>
            </a:r>
          </a:p>
        </p:txBody>
      </p:sp>
      <p:sp>
        <p:nvSpPr>
          <p:cNvPr id="304" name="TBD"/>
          <p:cNvSpPr txBox="1"/>
          <p:nvPr/>
        </p:nvSpPr>
        <p:spPr>
          <a:xfrm>
            <a:off x="8570594" y="4648200"/>
            <a:ext cx="190881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757575"/>
                </a:solidFill>
              </a:defRPr>
            </a:lvl1pPr>
          </a:lstStyle>
          <a:p>
            <a:r>
              <a:t>TBD</a:t>
            </a:r>
          </a:p>
        </p:txBody>
      </p:sp>
      <p:sp>
        <p:nvSpPr>
          <p:cNvPr id="305" name="線材自動出圖程式"/>
          <p:cNvSpPr txBox="1"/>
          <p:nvPr/>
        </p:nvSpPr>
        <p:spPr>
          <a:xfrm>
            <a:off x="8570594" y="4895850"/>
            <a:ext cx="1908812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33383D"/>
                </a:solidFill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線材自動出圖程式</a:t>
            </a:r>
          </a:p>
        </p:txBody>
      </p:sp>
      <p:sp>
        <p:nvSpPr>
          <p:cNvPr id="306" name="左側為 PN Agent 導入時程；右側為兩個獨立 Action，分開追蹤與推進。"/>
          <p:cNvSpPr txBox="1"/>
          <p:nvPr/>
        </p:nvSpPr>
        <p:spPr>
          <a:xfrm>
            <a:off x="1245869" y="5600700"/>
            <a:ext cx="9700262" cy="35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500">
                <a:solidFill>
                  <a:srgbClr val="0433FF"/>
                </a:solidFill>
              </a:defRPr>
            </a:pP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左側為 </a:t>
            </a:r>
            <a:r>
              <a:t>PN Agent </a:t>
            </a: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導入時程；右側為兩個獨立 </a:t>
            </a:r>
            <a:r>
              <a:t>Action</a:t>
            </a:r>
            <a:r>
              <a:rPr>
                <a:latin typeface="微軟正黑體"/>
                <a:ea typeface="微軟正黑體"/>
                <a:cs typeface="微軟正黑體"/>
                <a:sym typeface="微軟正黑體"/>
              </a:rPr>
              <a:t>，分開追蹤與推進。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Content Placeholder 13"/>
          <p:cNvSpPr txBox="1">
            <a:spLocks noGrp="1"/>
          </p:cNvSpPr>
          <p:nvPr>
            <p:ph type="body" idx="1"/>
          </p:nvPr>
        </p:nvSpPr>
        <p:spPr>
          <a:xfrm>
            <a:off x="838200" y="1696565"/>
            <a:ext cx="10528300" cy="4447000"/>
          </a:xfrm>
          <a:prstGeom prst="rect">
            <a:avLst/>
          </a:prstGeom>
        </p:spPr>
        <p:txBody>
          <a:bodyPr/>
          <a:lstStyle>
            <a:lvl1pPr>
              <a:defRPr sz="100">
                <a:solidFill>
                  <a:srgbClr val="FFFFFF"/>
                </a:solidFill>
              </a:defRPr>
            </a:lvl1pPr>
          </a:lstStyle>
          <a:p>
            <a:r>
              <a:rPr dirty="0"/>
              <a:t>.</a:t>
            </a:r>
          </a:p>
        </p:txBody>
      </p:sp>
      <p:sp>
        <p:nvSpPr>
          <p:cNvPr id="311" name="Title 11"/>
          <p:cNvSpPr txBox="1">
            <a:spLocks noGrp="1"/>
          </p:cNvSpPr>
          <p:nvPr>
            <p:ph type="title"/>
          </p:nvPr>
        </p:nvSpPr>
        <p:spPr>
          <a:xfrm>
            <a:off x="838199" y="579324"/>
            <a:ext cx="10515601" cy="555539"/>
          </a:xfrm>
          <a:prstGeom prst="rect">
            <a:avLst/>
          </a:prstGeom>
        </p:spPr>
        <p:txBody>
          <a:bodyPr/>
          <a:lstStyle/>
          <a:p>
            <a:r>
              <a:t>Weekly Actions</a:t>
            </a:r>
          </a:p>
        </p:txBody>
      </p:sp>
      <p:graphicFrame>
        <p:nvGraphicFramePr>
          <p:cNvPr id="312" name="表格 1"/>
          <p:cNvGraphicFramePr/>
          <p:nvPr>
            <p:extLst>
              <p:ext uri="{D42A27DB-BD31-4B8C-83A1-F6EECF244321}">
                <p14:modId xmlns:p14="http://schemas.microsoft.com/office/powerpoint/2010/main" val="1821499288"/>
              </p:ext>
            </p:extLst>
          </p:nvPr>
        </p:nvGraphicFramePr>
        <p:xfrm>
          <a:off x="933450" y="1972368"/>
          <a:ext cx="10325100" cy="1952625"/>
        </p:xfrm>
        <a:graphic>
          <a:graphicData uri="http://schemas.openxmlformats.org/drawingml/2006/table">
            <a:tbl>
              <a:tblPr bandRow="1">
                <a:tableStyleId>{8F44A2F1-9E1F-4B54-A3A2-5F16C0AD49E2}</a:tableStyleId>
              </a:tblPr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8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/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olidFill>
                            <a:srgbClr val="2B3234"/>
                          </a:solidFill>
                        </a:rPr>
                        <a:t>Action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dirty="0">
                          <a:solidFill>
                            <a:srgbClr val="2B3234"/>
                          </a:solidFill>
                        </a:rPr>
                        <a:t>Due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olidFill>
                            <a:srgbClr val="2B3234"/>
                          </a:solidFill>
                        </a:rPr>
                        <a:t>Owner</a:t>
                      </a: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 b="1" dirty="0">
                          <a:solidFill>
                            <a:srgbClr val="E31B23"/>
                          </a:solidFill>
                        </a:rPr>
                        <a:t>The Weekly's Actions</a:t>
                      </a:r>
                    </a:p>
                  </a:txBody>
                  <a:tcPr marL="45720" marR="45720" anchor="ctr" horzOverflow="overflow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dirty="0" err="1">
                          <a:solidFill>
                            <a:srgbClr val="2B3234"/>
                          </a:solidFill>
                        </a:rPr>
                        <a:t>新增</a:t>
                      </a:r>
                      <a:r>
                        <a:rPr dirty="0">
                          <a:solidFill>
                            <a:srgbClr val="2B3234"/>
                          </a:solidFill>
                        </a:rPr>
                        <a:t> </a:t>
                      </a:r>
                      <a:r>
                        <a:rPr dirty="0" err="1">
                          <a:solidFill>
                            <a:srgbClr val="2B3234"/>
                          </a:solidFill>
                        </a:rPr>
                        <a:t>Manufacturers，寫到</a:t>
                      </a:r>
                      <a:r>
                        <a:rPr dirty="0">
                          <a:solidFill>
                            <a:srgbClr val="2B3234"/>
                          </a:solidFill>
                        </a:rPr>
                        <a:t> PN Agent</a:t>
                      </a:r>
                      <a:r>
                        <a:rPr lang="en-US" dirty="0">
                          <a:solidFill>
                            <a:srgbClr val="2B3234"/>
                          </a:solidFill>
                        </a:rPr>
                        <a:t>.</a:t>
                      </a:r>
                      <a:endParaRPr dirty="0">
                        <a:solidFill>
                          <a:srgbClr val="2B3234"/>
                        </a:solidFill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dirty="0">
                          <a:solidFill>
                            <a:srgbClr val="2B3234"/>
                          </a:solidFill>
                        </a:rPr>
                        <a:t>7/1</a:t>
                      </a:r>
                      <a:r>
                        <a:rPr lang="en-US" dirty="0">
                          <a:solidFill>
                            <a:srgbClr val="2B3234"/>
                          </a:solidFill>
                        </a:rPr>
                        <a:t>0</a:t>
                      </a:r>
                      <a:endParaRPr dirty="0">
                        <a:solidFill>
                          <a:srgbClr val="2B3234"/>
                        </a:solidFill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olidFill>
                            <a:srgbClr val="2B3234"/>
                          </a:solidFill>
                        </a:rPr>
                        <a:t>Andy</a:t>
                      </a: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500" b="1" dirty="0">
                          <a:solidFill>
                            <a:srgbClr val="E31B23"/>
                          </a:solidFill>
                        </a:rPr>
                        <a:t>Next Weekly's Actions</a:t>
                      </a:r>
                    </a:p>
                  </a:txBody>
                  <a:tcPr marL="45720" marR="45720" anchor="ctr" horzOverflow="overflow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dirty="0" err="1">
                          <a:solidFill>
                            <a:srgbClr val="2B3234"/>
                          </a:solidFill>
                        </a:rPr>
                        <a:t>導入線材編碼原則到</a:t>
                      </a:r>
                      <a:r>
                        <a:rPr dirty="0">
                          <a:solidFill>
                            <a:srgbClr val="2B3234"/>
                          </a:solidFill>
                        </a:rPr>
                        <a:t> PN Agent</a:t>
                      </a:r>
                      <a:r>
                        <a:rPr lang="en-US" dirty="0">
                          <a:solidFill>
                            <a:srgbClr val="2B3234"/>
                          </a:solidFill>
                        </a:rPr>
                        <a:t>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zh-TW" altLang="en-US" dirty="0">
                          <a:solidFill>
                            <a:srgbClr val="2B3234"/>
                          </a:solidFill>
                        </a:rPr>
                        <a:t>新增催簽</a:t>
                      </a:r>
                      <a:r>
                        <a:rPr lang="en-US" altLang="zh-TW" dirty="0">
                          <a:solidFill>
                            <a:srgbClr val="2B3234"/>
                          </a:solidFill>
                        </a:rPr>
                        <a:t>PLM</a:t>
                      </a:r>
                      <a:r>
                        <a:rPr lang="zh-TW" altLang="en-US" dirty="0">
                          <a:solidFill>
                            <a:srgbClr val="2B3234"/>
                          </a:solidFill>
                        </a:rPr>
                        <a:t>表單</a:t>
                      </a:r>
                      <a:r>
                        <a:rPr lang="en-US" altLang="zh-TW" dirty="0">
                          <a:solidFill>
                            <a:srgbClr val="2B3234"/>
                          </a:solidFill>
                        </a:rPr>
                        <a:t>, </a:t>
                      </a:r>
                      <a:r>
                        <a:rPr lang="zh-TW" altLang="en-US" dirty="0">
                          <a:solidFill>
                            <a:srgbClr val="2B3234"/>
                          </a:solidFill>
                        </a:rPr>
                        <a:t>透過</a:t>
                      </a:r>
                      <a:r>
                        <a:rPr lang="en-US" altLang="zh-TW" dirty="0">
                          <a:solidFill>
                            <a:srgbClr val="2B3234"/>
                          </a:solidFill>
                        </a:rPr>
                        <a:t>Teams </a:t>
                      </a:r>
                      <a:r>
                        <a:rPr lang="zh-TW" altLang="en-US" dirty="0">
                          <a:solidFill>
                            <a:srgbClr val="2B3234"/>
                          </a:solidFill>
                        </a:rPr>
                        <a:t>撥打電話給相關人員</a:t>
                      </a:r>
                      <a:r>
                        <a:rPr lang="en-US" altLang="zh-TW" dirty="0">
                          <a:solidFill>
                            <a:srgbClr val="2B3234"/>
                          </a:solidFill>
                        </a:rPr>
                        <a:t>.</a:t>
                      </a:r>
                      <a:endParaRPr lang="zh-TW" altLang="en-US" dirty="0">
                        <a:solidFill>
                          <a:srgbClr val="2B3234"/>
                        </a:solidFill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dirty="0">
                          <a:solidFill>
                            <a:srgbClr val="2B3234"/>
                          </a:solidFill>
                        </a:rPr>
                        <a:t>TBD</a:t>
                      </a:r>
                      <a:endParaRPr dirty="0">
                        <a:solidFill>
                          <a:srgbClr val="2B3234"/>
                        </a:solidFill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dirty="0">
                          <a:solidFill>
                            <a:srgbClr val="2B3234"/>
                          </a:solidFill>
                        </a:rPr>
                        <a:t>Andy</a:t>
                      </a: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3" name="本週重點是把 Manufacturers 納入 PN Agent；下週開始把線材編碼原則導入流程。"/>
          <p:cNvSpPr txBox="1"/>
          <p:nvPr/>
        </p:nvSpPr>
        <p:spPr>
          <a:xfrm>
            <a:off x="1337944" y="4598070"/>
            <a:ext cx="9528812" cy="87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50000"/>
              </a:lnSpc>
              <a:defRPr>
                <a:solidFill>
                  <a:srgbClr val="0433FF"/>
                </a:solidFill>
              </a:defRPr>
            </a:pP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  <a:sym typeface="微軟正黑體"/>
              </a:rPr>
              <a:t>本週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  <a:sym typeface="微軟正黑體"/>
              </a:rPr>
              <a:t>已完成把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  <a:sym typeface="微軟正黑體"/>
              </a:rPr>
              <a:t> 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Manufacturers 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  <a:sym typeface="微軟正黑體"/>
              </a:rPr>
              <a:t>納入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  <a:sym typeface="微軟正黑體"/>
              </a:rPr>
              <a:t> 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PN Agent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  <a:sym typeface="微軟正黑體"/>
              </a:rPr>
              <a:t>；</a:t>
            </a:r>
            <a:b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  <a:sym typeface="微軟正黑體"/>
              </a:rPr>
            </a:b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  <a:sym typeface="微軟正黑體"/>
              </a:rPr>
              <a:t>下週開始</a:t>
            </a:r>
            <a:r>
              <a:rPr lang="zh-TW" altLang="en-US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  <a:sym typeface="微軟正黑體"/>
              </a:rPr>
              <a:t>新增催簽</a:t>
            </a:r>
            <a:r>
              <a:rPr lang="en-US" altLang="zh-TW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  <a:sym typeface="微軟正黑體"/>
              </a:rPr>
              <a:t>PLM</a:t>
            </a:r>
            <a:r>
              <a:rPr lang="zh-TW" altLang="en-US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  <a:sym typeface="微軟正黑體"/>
              </a:rPr>
              <a:t>表單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  <a:sym typeface="微軟正黑體"/>
              </a:rPr>
              <a:t>和</a:t>
            </a:r>
            <a:r>
              <a:rPr b="1" dirty="0" err="1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  <a:sym typeface="微軟正黑體"/>
              </a:rPr>
              <a:t>線材編碼原則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  <a:sym typeface="微軟正黑體"/>
              </a:rPr>
              <a:t>導入流程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/>
                <a:sym typeface="微軟正黑體"/>
              </a:rPr>
              <a:t>。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Thank you"/>
          <p:cNvSpPr txBox="1">
            <a:spLocks noGrp="1"/>
          </p:cNvSpPr>
          <p:nvPr>
            <p:ph type="title"/>
          </p:nvPr>
        </p:nvSpPr>
        <p:spPr>
          <a:xfrm>
            <a:off x="2173432" y="804056"/>
            <a:ext cx="7845136" cy="1156945"/>
          </a:xfrm>
          <a:prstGeom prst="rect">
            <a:avLst/>
          </a:prstGeom>
        </p:spPr>
        <p:txBody>
          <a:bodyPr/>
          <a:lstStyle>
            <a:lvl1pPr>
              <a:defRPr sz="7000"/>
            </a:lvl1pPr>
          </a:lstStyle>
          <a:p>
            <a:r>
              <a:t>Thank you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rgbClr val="2B3234"/>
      </a:dk1>
      <a:lt1>
        <a:srgbClr val="2B3234"/>
      </a:lt1>
      <a:dk2>
        <a:srgbClr val="A7A7A7"/>
      </a:dk2>
      <a:lt2>
        <a:srgbClr val="535353"/>
      </a:lt2>
      <a:accent1>
        <a:srgbClr val="CF3339"/>
      </a:accent1>
      <a:accent2>
        <a:srgbClr val="0D3969"/>
      </a:accent2>
      <a:accent3>
        <a:srgbClr val="008AD0"/>
      </a:accent3>
      <a:accent4>
        <a:srgbClr val="FFB71B"/>
      </a:accent4>
      <a:accent5>
        <a:srgbClr val="5A5858"/>
      </a:accent5>
      <a:accent6>
        <a:srgbClr val="5100A2"/>
      </a:accent6>
      <a:hlink>
        <a:srgbClr val="0000FF"/>
      </a:hlink>
      <a:folHlink>
        <a:srgbClr val="FF00FF"/>
      </a:folHlink>
    </a:clrScheme>
    <a:fontScheme name="Office 佈景主題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B3234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B3234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 佈景主題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CF3339"/>
      </a:accent1>
      <a:accent2>
        <a:srgbClr val="0D3969"/>
      </a:accent2>
      <a:accent3>
        <a:srgbClr val="008AD0"/>
      </a:accent3>
      <a:accent4>
        <a:srgbClr val="FFB71B"/>
      </a:accent4>
      <a:accent5>
        <a:srgbClr val="5A5858"/>
      </a:accent5>
      <a:accent6>
        <a:srgbClr val="5100A2"/>
      </a:accent6>
      <a:hlink>
        <a:srgbClr val="0000FF"/>
      </a:hlink>
      <a:folHlink>
        <a:srgbClr val="FF00FF"/>
      </a:folHlink>
    </a:clrScheme>
    <a:fontScheme name="Office 佈景主題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B3234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B3234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312</Words>
  <Application>Microsoft Office PowerPoint</Application>
  <PresentationFormat>寬螢幕</PresentationFormat>
  <Paragraphs>92</Paragraphs>
  <Slides>6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Helvetica Neue</vt:lpstr>
      <vt:lpstr>微軟正黑體</vt:lpstr>
      <vt:lpstr>72</vt:lpstr>
      <vt:lpstr>Calibri</vt:lpstr>
      <vt:lpstr>Wingdings</vt:lpstr>
      <vt:lpstr>Office 佈景主題</vt:lpstr>
      <vt:lpstr>PowerPoint 簡報</vt:lpstr>
      <vt:lpstr>PLM 料號申請自動化流程</vt:lpstr>
      <vt:lpstr>PLM 表單催簽流程</vt:lpstr>
      <vt:lpstr>Milestone</vt:lpstr>
      <vt:lpstr>Weekly Actions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.</dc:title>
  <dc:creator>Andy PK Yang</dc:creator>
  <cp:lastModifiedBy>Andy PK Yang</cp:lastModifiedBy>
  <cp:revision>12</cp:revision>
  <dcterms:modified xsi:type="dcterms:W3CDTF">2026-07-09T09:19:25Z</dcterms:modified>
</cp:coreProperties>
</file>